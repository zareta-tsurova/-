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8"/>
  </p:notesMasterIdLst>
  <p:sldIdLst>
    <p:sldId id="256" r:id="rId2"/>
    <p:sldId id="257" r:id="rId3"/>
    <p:sldId id="258" r:id="rId4"/>
    <p:sldId id="259" r:id="rId5"/>
    <p:sldId id="281" r:id="rId6"/>
    <p:sldId id="278" r:id="rId7"/>
    <p:sldId id="286" r:id="rId8"/>
    <p:sldId id="287" r:id="rId9"/>
    <p:sldId id="288" r:id="rId10"/>
    <p:sldId id="289" r:id="rId11"/>
    <p:sldId id="260" r:id="rId12"/>
    <p:sldId id="279" r:id="rId13"/>
    <p:sldId id="280"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703" autoAdjust="0"/>
    <p:restoredTop sz="94660"/>
  </p:normalViewPr>
  <p:slideViewPr>
    <p:cSldViewPr snapToGrid="0">
      <p:cViewPr>
        <p:scale>
          <a:sx n="33" d="100"/>
          <a:sy n="33" d="100"/>
        </p:scale>
        <p:origin x="1188" y="6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5CC04AC-9C62-41BE-9B68-195DAFBC46A7}" type="datetimeFigureOut">
              <a:rPr lang="ru-RU" smtClean="0"/>
              <a:t>25.12.2024</a:t>
            </a:fld>
            <a:endParaRPr lang="ru-RU"/>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E1AC7B2-7FF8-4521-8E5D-831C8829D329}" type="slidenum">
              <a:rPr lang="ru-RU" smtClean="0"/>
              <a:t>‹#›</a:t>
            </a:fld>
            <a:endParaRPr lang="ru-RU"/>
          </a:p>
        </p:txBody>
      </p:sp>
    </p:spTree>
    <p:extLst>
      <p:ext uri="{BB962C8B-B14F-4D97-AF65-F5344CB8AC3E}">
        <p14:creationId xmlns:p14="http://schemas.microsoft.com/office/powerpoint/2010/main" val="15074267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4E1AC7B2-7FF8-4521-8E5D-831C8829D329}" type="slidenum">
              <a:rPr lang="ru-RU" smtClean="0"/>
              <a:t>14</a:t>
            </a:fld>
            <a:endParaRPr lang="ru-RU"/>
          </a:p>
        </p:txBody>
      </p:sp>
    </p:spTree>
    <p:extLst>
      <p:ext uri="{BB962C8B-B14F-4D97-AF65-F5344CB8AC3E}">
        <p14:creationId xmlns:p14="http://schemas.microsoft.com/office/powerpoint/2010/main" val="24477927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4E1AC7B2-7FF8-4521-8E5D-831C8829D329}" type="slidenum">
              <a:rPr lang="ru-RU" smtClean="0"/>
              <a:t>17</a:t>
            </a:fld>
            <a:endParaRPr lang="ru-RU"/>
          </a:p>
        </p:txBody>
      </p:sp>
    </p:spTree>
    <p:extLst>
      <p:ext uri="{BB962C8B-B14F-4D97-AF65-F5344CB8AC3E}">
        <p14:creationId xmlns:p14="http://schemas.microsoft.com/office/powerpoint/2010/main" val="6380349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670FBF0-F8B0-5A08-6C16-C339F88C77D7}"/>
              </a:ext>
            </a:extLst>
          </p:cNvPr>
          <p:cNvSpPr>
            <a:spLocks noGrp="1"/>
          </p:cNvSpPr>
          <p:nvPr>
            <p:ph type="ctrTitle"/>
          </p:nvPr>
        </p:nvSpPr>
        <p:spPr>
          <a:xfrm>
            <a:off x="1524000" y="1122363"/>
            <a:ext cx="9144000" cy="2387600"/>
          </a:xfrm>
        </p:spPr>
        <p:txBody>
          <a:bodyPr anchor="b"/>
          <a:lstStyle>
            <a:lvl1pPr algn="ctr">
              <a:defRPr sz="6000"/>
            </a:lvl1pPr>
          </a:lstStyle>
          <a:p>
            <a:r>
              <a:rPr lang="ru-RU"/>
              <a:t>Образец заголовка</a:t>
            </a:r>
          </a:p>
        </p:txBody>
      </p:sp>
      <p:sp>
        <p:nvSpPr>
          <p:cNvPr id="3" name="Подзаголовок 2">
            <a:extLst>
              <a:ext uri="{FF2B5EF4-FFF2-40B4-BE49-F238E27FC236}">
                <a16:creationId xmlns:a16="http://schemas.microsoft.com/office/drawing/2014/main" id="{07478EE9-9D5A-D408-5EA5-23619E78BEA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p>
        </p:txBody>
      </p:sp>
      <p:sp>
        <p:nvSpPr>
          <p:cNvPr id="4" name="Дата 3">
            <a:extLst>
              <a:ext uri="{FF2B5EF4-FFF2-40B4-BE49-F238E27FC236}">
                <a16:creationId xmlns:a16="http://schemas.microsoft.com/office/drawing/2014/main" id="{207E1491-51E4-BF3E-5D37-42D5D01C3FF3}"/>
              </a:ext>
            </a:extLst>
          </p:cNvPr>
          <p:cNvSpPr>
            <a:spLocks noGrp="1"/>
          </p:cNvSpPr>
          <p:nvPr>
            <p:ph type="dt" sz="half" idx="10"/>
          </p:nvPr>
        </p:nvSpPr>
        <p:spPr/>
        <p:txBody>
          <a:bodyPr/>
          <a:lstStyle/>
          <a:p>
            <a:fld id="{3B6B1A0E-1C2C-4483-9625-4288267390D2}" type="datetimeFigureOut">
              <a:rPr lang="ru-RU" smtClean="0"/>
              <a:t>25.12.2024</a:t>
            </a:fld>
            <a:endParaRPr lang="ru-RU"/>
          </a:p>
        </p:txBody>
      </p:sp>
      <p:sp>
        <p:nvSpPr>
          <p:cNvPr id="5" name="Нижний колонтитул 4">
            <a:extLst>
              <a:ext uri="{FF2B5EF4-FFF2-40B4-BE49-F238E27FC236}">
                <a16:creationId xmlns:a16="http://schemas.microsoft.com/office/drawing/2014/main" id="{9F060F49-F0B4-9CAB-1E53-4247ED1A9DF6}"/>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B6EAABC5-012A-2082-C733-F1BCAB6249C2}"/>
              </a:ext>
            </a:extLst>
          </p:cNvPr>
          <p:cNvSpPr>
            <a:spLocks noGrp="1"/>
          </p:cNvSpPr>
          <p:nvPr>
            <p:ph type="sldNum" sz="quarter" idx="12"/>
          </p:nvPr>
        </p:nvSpPr>
        <p:spPr/>
        <p:txBody>
          <a:bodyPr/>
          <a:lstStyle/>
          <a:p>
            <a:fld id="{2D1388EC-D240-4947-BD00-FE4900254C66}" type="slidenum">
              <a:rPr lang="ru-RU" smtClean="0"/>
              <a:t>‹#›</a:t>
            </a:fld>
            <a:endParaRPr lang="ru-RU"/>
          </a:p>
        </p:txBody>
      </p:sp>
    </p:spTree>
    <p:extLst>
      <p:ext uri="{BB962C8B-B14F-4D97-AF65-F5344CB8AC3E}">
        <p14:creationId xmlns:p14="http://schemas.microsoft.com/office/powerpoint/2010/main" val="11665115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B33A6A7-9929-8B1D-0CA0-ECA348FAD25A}"/>
              </a:ext>
            </a:extLst>
          </p:cNvPr>
          <p:cNvSpPr>
            <a:spLocks noGrp="1"/>
          </p:cNvSpPr>
          <p:nvPr>
            <p:ph type="title"/>
          </p:nvPr>
        </p:nvSpPr>
        <p:spPr/>
        <p:txBody>
          <a:bodyPr/>
          <a:lstStyle/>
          <a:p>
            <a:r>
              <a:rPr lang="ru-RU"/>
              <a:t>Образец заголовка</a:t>
            </a:r>
          </a:p>
        </p:txBody>
      </p:sp>
      <p:sp>
        <p:nvSpPr>
          <p:cNvPr id="3" name="Объект 2">
            <a:extLst>
              <a:ext uri="{FF2B5EF4-FFF2-40B4-BE49-F238E27FC236}">
                <a16:creationId xmlns:a16="http://schemas.microsoft.com/office/drawing/2014/main" id="{DAC89697-D100-EA3B-9C05-1D18DD3753EE}"/>
              </a:ext>
            </a:extLst>
          </p:cNvPr>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24A7000E-A863-66F1-DC43-8F6F02C3860B}"/>
              </a:ext>
            </a:extLst>
          </p:cNvPr>
          <p:cNvSpPr>
            <a:spLocks noGrp="1"/>
          </p:cNvSpPr>
          <p:nvPr>
            <p:ph type="dt" sz="half" idx="10"/>
          </p:nvPr>
        </p:nvSpPr>
        <p:spPr/>
        <p:txBody>
          <a:bodyPr/>
          <a:lstStyle/>
          <a:p>
            <a:fld id="{3B6B1A0E-1C2C-4483-9625-4288267390D2}" type="datetimeFigureOut">
              <a:rPr lang="ru-RU" smtClean="0"/>
              <a:t>25.12.2024</a:t>
            </a:fld>
            <a:endParaRPr lang="ru-RU"/>
          </a:p>
        </p:txBody>
      </p:sp>
      <p:sp>
        <p:nvSpPr>
          <p:cNvPr id="5" name="Нижний колонтитул 4">
            <a:extLst>
              <a:ext uri="{FF2B5EF4-FFF2-40B4-BE49-F238E27FC236}">
                <a16:creationId xmlns:a16="http://schemas.microsoft.com/office/drawing/2014/main" id="{A54A1343-C144-A34B-0862-BC0A76F0E941}"/>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BB57F465-A7F7-C958-4211-31D56C74110A}"/>
              </a:ext>
            </a:extLst>
          </p:cNvPr>
          <p:cNvSpPr>
            <a:spLocks noGrp="1"/>
          </p:cNvSpPr>
          <p:nvPr>
            <p:ph type="sldNum" sz="quarter" idx="12"/>
          </p:nvPr>
        </p:nvSpPr>
        <p:spPr/>
        <p:txBody>
          <a:bodyPr/>
          <a:lstStyle/>
          <a:p>
            <a:fld id="{2D1388EC-D240-4947-BD00-FE4900254C66}" type="slidenum">
              <a:rPr lang="ru-RU" smtClean="0"/>
              <a:t>‹#›</a:t>
            </a:fld>
            <a:endParaRPr lang="ru-RU"/>
          </a:p>
        </p:txBody>
      </p:sp>
    </p:spTree>
    <p:extLst>
      <p:ext uri="{BB962C8B-B14F-4D97-AF65-F5344CB8AC3E}">
        <p14:creationId xmlns:p14="http://schemas.microsoft.com/office/powerpoint/2010/main" val="18423208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E83B2E6-34A0-3D2C-0360-AF1ED286B5BB}"/>
              </a:ext>
            </a:extLst>
          </p:cNvPr>
          <p:cNvSpPr>
            <a:spLocks noGrp="1"/>
          </p:cNvSpPr>
          <p:nvPr>
            <p:ph type="title"/>
          </p:nvPr>
        </p:nvSpPr>
        <p:spPr>
          <a:xfrm>
            <a:off x="831850" y="1709738"/>
            <a:ext cx="10515600" cy="2852737"/>
          </a:xfrm>
        </p:spPr>
        <p:txBody>
          <a:bodyPr anchor="b"/>
          <a:lstStyle>
            <a:lvl1pPr>
              <a:defRPr sz="6000"/>
            </a:lvl1pPr>
          </a:lstStyle>
          <a:p>
            <a:r>
              <a:rPr lang="ru-RU"/>
              <a:t>Образец заголовка</a:t>
            </a:r>
          </a:p>
        </p:txBody>
      </p:sp>
      <p:sp>
        <p:nvSpPr>
          <p:cNvPr id="3" name="Текст 2">
            <a:extLst>
              <a:ext uri="{FF2B5EF4-FFF2-40B4-BE49-F238E27FC236}">
                <a16:creationId xmlns:a16="http://schemas.microsoft.com/office/drawing/2014/main" id="{96CAC198-81C4-A24D-DD88-303E44F6F00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a:t>Образец текста</a:t>
            </a:r>
          </a:p>
        </p:txBody>
      </p:sp>
      <p:sp>
        <p:nvSpPr>
          <p:cNvPr id="4" name="Дата 3">
            <a:extLst>
              <a:ext uri="{FF2B5EF4-FFF2-40B4-BE49-F238E27FC236}">
                <a16:creationId xmlns:a16="http://schemas.microsoft.com/office/drawing/2014/main" id="{632DCAAF-B83C-E6CD-979F-B55A51D35AA7}"/>
              </a:ext>
            </a:extLst>
          </p:cNvPr>
          <p:cNvSpPr>
            <a:spLocks noGrp="1"/>
          </p:cNvSpPr>
          <p:nvPr>
            <p:ph type="dt" sz="half" idx="10"/>
          </p:nvPr>
        </p:nvSpPr>
        <p:spPr/>
        <p:txBody>
          <a:bodyPr/>
          <a:lstStyle/>
          <a:p>
            <a:fld id="{3B6B1A0E-1C2C-4483-9625-4288267390D2}" type="datetimeFigureOut">
              <a:rPr lang="ru-RU" smtClean="0"/>
              <a:t>25.12.2024</a:t>
            </a:fld>
            <a:endParaRPr lang="ru-RU"/>
          </a:p>
        </p:txBody>
      </p:sp>
      <p:sp>
        <p:nvSpPr>
          <p:cNvPr id="5" name="Нижний колонтитул 4">
            <a:extLst>
              <a:ext uri="{FF2B5EF4-FFF2-40B4-BE49-F238E27FC236}">
                <a16:creationId xmlns:a16="http://schemas.microsoft.com/office/drawing/2014/main" id="{74590894-BE81-E185-87C9-E5284F25258D}"/>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47CBDC52-ACA3-8D26-2EBA-DBD893794A76}"/>
              </a:ext>
            </a:extLst>
          </p:cNvPr>
          <p:cNvSpPr>
            <a:spLocks noGrp="1"/>
          </p:cNvSpPr>
          <p:nvPr>
            <p:ph type="sldNum" sz="quarter" idx="12"/>
          </p:nvPr>
        </p:nvSpPr>
        <p:spPr/>
        <p:txBody>
          <a:bodyPr/>
          <a:lstStyle/>
          <a:p>
            <a:fld id="{2D1388EC-D240-4947-BD00-FE4900254C66}" type="slidenum">
              <a:rPr lang="ru-RU" smtClean="0"/>
              <a:t>‹#›</a:t>
            </a:fld>
            <a:endParaRPr lang="ru-RU"/>
          </a:p>
        </p:txBody>
      </p:sp>
    </p:spTree>
    <p:extLst>
      <p:ext uri="{BB962C8B-B14F-4D97-AF65-F5344CB8AC3E}">
        <p14:creationId xmlns:p14="http://schemas.microsoft.com/office/powerpoint/2010/main" val="34234123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1558259-D96D-0FF0-AF79-9E6B9083E2BC}"/>
              </a:ext>
            </a:extLst>
          </p:cNvPr>
          <p:cNvSpPr>
            <a:spLocks noGrp="1"/>
          </p:cNvSpPr>
          <p:nvPr>
            <p:ph type="title"/>
          </p:nvPr>
        </p:nvSpPr>
        <p:spPr/>
        <p:txBody>
          <a:bodyPr/>
          <a:lstStyle/>
          <a:p>
            <a:r>
              <a:rPr lang="ru-RU"/>
              <a:t>Образец заголовка</a:t>
            </a:r>
          </a:p>
        </p:txBody>
      </p:sp>
      <p:sp>
        <p:nvSpPr>
          <p:cNvPr id="3" name="Объект 2">
            <a:extLst>
              <a:ext uri="{FF2B5EF4-FFF2-40B4-BE49-F238E27FC236}">
                <a16:creationId xmlns:a16="http://schemas.microsoft.com/office/drawing/2014/main" id="{A8853082-7F2F-DC6F-8BD8-4B4EB5ACC722}"/>
              </a:ext>
            </a:extLst>
          </p:cNvPr>
          <p:cNvSpPr>
            <a:spLocks noGrp="1"/>
          </p:cNvSpPr>
          <p:nvPr>
            <p:ph sz="half" idx="1"/>
          </p:nvPr>
        </p:nvSpPr>
        <p:spPr>
          <a:xfrm>
            <a:off x="838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Объект 3">
            <a:extLst>
              <a:ext uri="{FF2B5EF4-FFF2-40B4-BE49-F238E27FC236}">
                <a16:creationId xmlns:a16="http://schemas.microsoft.com/office/drawing/2014/main" id="{9BE626B8-752B-274E-8601-EF145A4408FD}"/>
              </a:ext>
            </a:extLst>
          </p:cNvPr>
          <p:cNvSpPr>
            <a:spLocks noGrp="1"/>
          </p:cNvSpPr>
          <p:nvPr>
            <p:ph sz="half" idx="2"/>
          </p:nvPr>
        </p:nvSpPr>
        <p:spPr>
          <a:xfrm>
            <a:off x="6172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Дата 4">
            <a:extLst>
              <a:ext uri="{FF2B5EF4-FFF2-40B4-BE49-F238E27FC236}">
                <a16:creationId xmlns:a16="http://schemas.microsoft.com/office/drawing/2014/main" id="{138CECE7-66C7-F69B-445D-2060D16CEB4B}"/>
              </a:ext>
            </a:extLst>
          </p:cNvPr>
          <p:cNvSpPr>
            <a:spLocks noGrp="1"/>
          </p:cNvSpPr>
          <p:nvPr>
            <p:ph type="dt" sz="half" idx="10"/>
          </p:nvPr>
        </p:nvSpPr>
        <p:spPr/>
        <p:txBody>
          <a:bodyPr/>
          <a:lstStyle/>
          <a:p>
            <a:fld id="{3B6B1A0E-1C2C-4483-9625-4288267390D2}" type="datetimeFigureOut">
              <a:rPr lang="ru-RU" smtClean="0"/>
              <a:t>25.12.2024</a:t>
            </a:fld>
            <a:endParaRPr lang="ru-RU"/>
          </a:p>
        </p:txBody>
      </p:sp>
      <p:sp>
        <p:nvSpPr>
          <p:cNvPr id="6" name="Нижний колонтитул 5">
            <a:extLst>
              <a:ext uri="{FF2B5EF4-FFF2-40B4-BE49-F238E27FC236}">
                <a16:creationId xmlns:a16="http://schemas.microsoft.com/office/drawing/2014/main" id="{A799B0C3-43A9-8E21-F3C6-415765BE412F}"/>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39389FFA-9270-9E8C-E4FB-7E3215639F09}"/>
              </a:ext>
            </a:extLst>
          </p:cNvPr>
          <p:cNvSpPr>
            <a:spLocks noGrp="1"/>
          </p:cNvSpPr>
          <p:nvPr>
            <p:ph type="sldNum" sz="quarter" idx="12"/>
          </p:nvPr>
        </p:nvSpPr>
        <p:spPr/>
        <p:txBody>
          <a:bodyPr/>
          <a:lstStyle/>
          <a:p>
            <a:fld id="{2D1388EC-D240-4947-BD00-FE4900254C66}" type="slidenum">
              <a:rPr lang="ru-RU" smtClean="0"/>
              <a:t>‹#›</a:t>
            </a:fld>
            <a:endParaRPr lang="ru-RU"/>
          </a:p>
        </p:txBody>
      </p:sp>
    </p:spTree>
    <p:extLst>
      <p:ext uri="{BB962C8B-B14F-4D97-AF65-F5344CB8AC3E}">
        <p14:creationId xmlns:p14="http://schemas.microsoft.com/office/powerpoint/2010/main" val="31804056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9999310-EF2B-3110-2DEF-A19EA6E93FA6}"/>
              </a:ext>
            </a:extLst>
          </p:cNvPr>
          <p:cNvSpPr>
            <a:spLocks noGrp="1"/>
          </p:cNvSpPr>
          <p:nvPr>
            <p:ph type="title"/>
          </p:nvPr>
        </p:nvSpPr>
        <p:spPr>
          <a:xfrm>
            <a:off x="839788" y="365125"/>
            <a:ext cx="10515600" cy="1325563"/>
          </a:xfrm>
        </p:spPr>
        <p:txBody>
          <a:bodyPr/>
          <a:lstStyle/>
          <a:p>
            <a:r>
              <a:rPr lang="ru-RU"/>
              <a:t>Образец заголовка</a:t>
            </a:r>
          </a:p>
        </p:txBody>
      </p:sp>
      <p:sp>
        <p:nvSpPr>
          <p:cNvPr id="3" name="Текст 2">
            <a:extLst>
              <a:ext uri="{FF2B5EF4-FFF2-40B4-BE49-F238E27FC236}">
                <a16:creationId xmlns:a16="http://schemas.microsoft.com/office/drawing/2014/main" id="{AB9BB697-8F77-35F8-D590-ED445267A11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Объект 3">
            <a:extLst>
              <a:ext uri="{FF2B5EF4-FFF2-40B4-BE49-F238E27FC236}">
                <a16:creationId xmlns:a16="http://schemas.microsoft.com/office/drawing/2014/main" id="{6651FF9C-8B7B-10D3-24C4-E8BE10ED174F}"/>
              </a:ext>
            </a:extLst>
          </p:cNvPr>
          <p:cNvSpPr>
            <a:spLocks noGrp="1"/>
          </p:cNvSpPr>
          <p:nvPr>
            <p:ph sz="half" idx="2"/>
          </p:nvPr>
        </p:nvSpPr>
        <p:spPr>
          <a:xfrm>
            <a:off x="839788" y="2505075"/>
            <a:ext cx="5157787"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Текст 4">
            <a:extLst>
              <a:ext uri="{FF2B5EF4-FFF2-40B4-BE49-F238E27FC236}">
                <a16:creationId xmlns:a16="http://schemas.microsoft.com/office/drawing/2014/main" id="{A37525CE-7A01-8A47-9074-DD0E1E6CDFE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Объект 5">
            <a:extLst>
              <a:ext uri="{FF2B5EF4-FFF2-40B4-BE49-F238E27FC236}">
                <a16:creationId xmlns:a16="http://schemas.microsoft.com/office/drawing/2014/main" id="{0B33F5E8-46DE-4544-B1E1-E76CFB2EB142}"/>
              </a:ext>
            </a:extLst>
          </p:cNvPr>
          <p:cNvSpPr>
            <a:spLocks noGrp="1"/>
          </p:cNvSpPr>
          <p:nvPr>
            <p:ph sz="quarter" idx="4"/>
          </p:nvPr>
        </p:nvSpPr>
        <p:spPr>
          <a:xfrm>
            <a:off x="6172200" y="2505075"/>
            <a:ext cx="5183188"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7" name="Дата 6">
            <a:extLst>
              <a:ext uri="{FF2B5EF4-FFF2-40B4-BE49-F238E27FC236}">
                <a16:creationId xmlns:a16="http://schemas.microsoft.com/office/drawing/2014/main" id="{5E729592-1CC5-806A-8DBF-A658C671AD81}"/>
              </a:ext>
            </a:extLst>
          </p:cNvPr>
          <p:cNvSpPr>
            <a:spLocks noGrp="1"/>
          </p:cNvSpPr>
          <p:nvPr>
            <p:ph type="dt" sz="half" idx="10"/>
          </p:nvPr>
        </p:nvSpPr>
        <p:spPr/>
        <p:txBody>
          <a:bodyPr/>
          <a:lstStyle/>
          <a:p>
            <a:fld id="{3B6B1A0E-1C2C-4483-9625-4288267390D2}" type="datetimeFigureOut">
              <a:rPr lang="ru-RU" smtClean="0"/>
              <a:t>25.12.2024</a:t>
            </a:fld>
            <a:endParaRPr lang="ru-RU"/>
          </a:p>
        </p:txBody>
      </p:sp>
      <p:sp>
        <p:nvSpPr>
          <p:cNvPr id="8" name="Нижний колонтитул 7">
            <a:extLst>
              <a:ext uri="{FF2B5EF4-FFF2-40B4-BE49-F238E27FC236}">
                <a16:creationId xmlns:a16="http://schemas.microsoft.com/office/drawing/2014/main" id="{664D0FB8-8455-1D81-1A3E-35DA9E7800FB}"/>
              </a:ext>
            </a:extLst>
          </p:cNvPr>
          <p:cNvSpPr>
            <a:spLocks noGrp="1"/>
          </p:cNvSpPr>
          <p:nvPr>
            <p:ph type="ftr" sz="quarter" idx="11"/>
          </p:nvPr>
        </p:nvSpPr>
        <p:spPr/>
        <p:txBody>
          <a:bodyPr/>
          <a:lstStyle/>
          <a:p>
            <a:endParaRPr lang="ru-RU"/>
          </a:p>
        </p:txBody>
      </p:sp>
      <p:sp>
        <p:nvSpPr>
          <p:cNvPr id="9" name="Номер слайда 8">
            <a:extLst>
              <a:ext uri="{FF2B5EF4-FFF2-40B4-BE49-F238E27FC236}">
                <a16:creationId xmlns:a16="http://schemas.microsoft.com/office/drawing/2014/main" id="{FA95F49D-89A5-A2B7-728A-ACFFA32140E2}"/>
              </a:ext>
            </a:extLst>
          </p:cNvPr>
          <p:cNvSpPr>
            <a:spLocks noGrp="1"/>
          </p:cNvSpPr>
          <p:nvPr>
            <p:ph type="sldNum" sz="quarter" idx="12"/>
          </p:nvPr>
        </p:nvSpPr>
        <p:spPr/>
        <p:txBody>
          <a:bodyPr/>
          <a:lstStyle/>
          <a:p>
            <a:fld id="{2D1388EC-D240-4947-BD00-FE4900254C66}" type="slidenum">
              <a:rPr lang="ru-RU" smtClean="0"/>
              <a:t>‹#›</a:t>
            </a:fld>
            <a:endParaRPr lang="ru-RU"/>
          </a:p>
        </p:txBody>
      </p:sp>
    </p:spTree>
    <p:extLst>
      <p:ext uri="{BB962C8B-B14F-4D97-AF65-F5344CB8AC3E}">
        <p14:creationId xmlns:p14="http://schemas.microsoft.com/office/powerpoint/2010/main" val="37786159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E41C7CE-38A0-2450-D632-EC7785A23825}"/>
              </a:ext>
            </a:extLst>
          </p:cNvPr>
          <p:cNvSpPr>
            <a:spLocks noGrp="1"/>
          </p:cNvSpPr>
          <p:nvPr>
            <p:ph type="title"/>
          </p:nvPr>
        </p:nvSpPr>
        <p:spPr/>
        <p:txBody>
          <a:bodyPr/>
          <a:lstStyle/>
          <a:p>
            <a:r>
              <a:rPr lang="ru-RU"/>
              <a:t>Образец заголовка</a:t>
            </a:r>
          </a:p>
        </p:txBody>
      </p:sp>
      <p:sp>
        <p:nvSpPr>
          <p:cNvPr id="3" name="Дата 2">
            <a:extLst>
              <a:ext uri="{FF2B5EF4-FFF2-40B4-BE49-F238E27FC236}">
                <a16:creationId xmlns:a16="http://schemas.microsoft.com/office/drawing/2014/main" id="{1FC5C7D6-ABE1-D8C6-46C7-49715819DEC3}"/>
              </a:ext>
            </a:extLst>
          </p:cNvPr>
          <p:cNvSpPr>
            <a:spLocks noGrp="1"/>
          </p:cNvSpPr>
          <p:nvPr>
            <p:ph type="dt" sz="half" idx="10"/>
          </p:nvPr>
        </p:nvSpPr>
        <p:spPr/>
        <p:txBody>
          <a:bodyPr/>
          <a:lstStyle/>
          <a:p>
            <a:fld id="{3B6B1A0E-1C2C-4483-9625-4288267390D2}" type="datetimeFigureOut">
              <a:rPr lang="ru-RU" smtClean="0"/>
              <a:t>25.12.2024</a:t>
            </a:fld>
            <a:endParaRPr lang="ru-RU"/>
          </a:p>
        </p:txBody>
      </p:sp>
      <p:sp>
        <p:nvSpPr>
          <p:cNvPr id="4" name="Нижний колонтитул 3">
            <a:extLst>
              <a:ext uri="{FF2B5EF4-FFF2-40B4-BE49-F238E27FC236}">
                <a16:creationId xmlns:a16="http://schemas.microsoft.com/office/drawing/2014/main" id="{AB6A75C6-D5E9-5E38-4645-BF4C0DF61B3D}"/>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49ACBA60-4355-29C5-EFF0-2736365EADB3}"/>
              </a:ext>
            </a:extLst>
          </p:cNvPr>
          <p:cNvSpPr>
            <a:spLocks noGrp="1"/>
          </p:cNvSpPr>
          <p:nvPr>
            <p:ph type="sldNum" sz="quarter" idx="12"/>
          </p:nvPr>
        </p:nvSpPr>
        <p:spPr/>
        <p:txBody>
          <a:bodyPr/>
          <a:lstStyle/>
          <a:p>
            <a:fld id="{2D1388EC-D240-4947-BD00-FE4900254C66}" type="slidenum">
              <a:rPr lang="ru-RU" smtClean="0"/>
              <a:t>‹#›</a:t>
            </a:fld>
            <a:endParaRPr lang="ru-RU"/>
          </a:p>
        </p:txBody>
      </p:sp>
    </p:spTree>
    <p:extLst>
      <p:ext uri="{BB962C8B-B14F-4D97-AF65-F5344CB8AC3E}">
        <p14:creationId xmlns:p14="http://schemas.microsoft.com/office/powerpoint/2010/main" val="27496242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a:extLst>
              <a:ext uri="{FF2B5EF4-FFF2-40B4-BE49-F238E27FC236}">
                <a16:creationId xmlns:a16="http://schemas.microsoft.com/office/drawing/2014/main" id="{120D4513-5E8F-D132-0D68-067E70BE760F}"/>
              </a:ext>
            </a:extLst>
          </p:cNvPr>
          <p:cNvSpPr>
            <a:spLocks noGrp="1"/>
          </p:cNvSpPr>
          <p:nvPr>
            <p:ph type="dt" sz="half" idx="10"/>
          </p:nvPr>
        </p:nvSpPr>
        <p:spPr/>
        <p:txBody>
          <a:bodyPr/>
          <a:lstStyle/>
          <a:p>
            <a:fld id="{3B6B1A0E-1C2C-4483-9625-4288267390D2}" type="datetimeFigureOut">
              <a:rPr lang="ru-RU" smtClean="0"/>
              <a:t>25.12.2024</a:t>
            </a:fld>
            <a:endParaRPr lang="ru-RU"/>
          </a:p>
        </p:txBody>
      </p:sp>
      <p:sp>
        <p:nvSpPr>
          <p:cNvPr id="3" name="Нижний колонтитул 2">
            <a:extLst>
              <a:ext uri="{FF2B5EF4-FFF2-40B4-BE49-F238E27FC236}">
                <a16:creationId xmlns:a16="http://schemas.microsoft.com/office/drawing/2014/main" id="{2B9B1B0B-9838-521D-5CA0-0365FBB7D154}"/>
              </a:ext>
            </a:extLst>
          </p:cNvPr>
          <p:cNvSpPr>
            <a:spLocks noGrp="1"/>
          </p:cNvSpPr>
          <p:nvPr>
            <p:ph type="ftr" sz="quarter" idx="11"/>
          </p:nvPr>
        </p:nvSpPr>
        <p:spPr/>
        <p:txBody>
          <a:bodyPr/>
          <a:lstStyle/>
          <a:p>
            <a:endParaRPr lang="ru-RU"/>
          </a:p>
        </p:txBody>
      </p:sp>
      <p:sp>
        <p:nvSpPr>
          <p:cNvPr id="4" name="Номер слайда 3">
            <a:extLst>
              <a:ext uri="{FF2B5EF4-FFF2-40B4-BE49-F238E27FC236}">
                <a16:creationId xmlns:a16="http://schemas.microsoft.com/office/drawing/2014/main" id="{A4810100-B96E-F795-FC41-7075BEEC17AF}"/>
              </a:ext>
            </a:extLst>
          </p:cNvPr>
          <p:cNvSpPr>
            <a:spLocks noGrp="1"/>
          </p:cNvSpPr>
          <p:nvPr>
            <p:ph type="sldNum" sz="quarter" idx="12"/>
          </p:nvPr>
        </p:nvSpPr>
        <p:spPr/>
        <p:txBody>
          <a:bodyPr/>
          <a:lstStyle/>
          <a:p>
            <a:fld id="{2D1388EC-D240-4947-BD00-FE4900254C66}" type="slidenum">
              <a:rPr lang="ru-RU" smtClean="0"/>
              <a:t>‹#›</a:t>
            </a:fld>
            <a:endParaRPr lang="ru-RU"/>
          </a:p>
        </p:txBody>
      </p:sp>
    </p:spTree>
    <p:extLst>
      <p:ext uri="{BB962C8B-B14F-4D97-AF65-F5344CB8AC3E}">
        <p14:creationId xmlns:p14="http://schemas.microsoft.com/office/powerpoint/2010/main" val="39518335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27C3C94-DD0B-B417-4568-A9590D29DAF1}"/>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Объект 2">
            <a:extLst>
              <a:ext uri="{FF2B5EF4-FFF2-40B4-BE49-F238E27FC236}">
                <a16:creationId xmlns:a16="http://schemas.microsoft.com/office/drawing/2014/main" id="{E68895DE-D98C-559C-59A9-BB1BACDBB29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Текст 3">
            <a:extLst>
              <a:ext uri="{FF2B5EF4-FFF2-40B4-BE49-F238E27FC236}">
                <a16:creationId xmlns:a16="http://schemas.microsoft.com/office/drawing/2014/main" id="{3436D8DE-44A2-37E2-869B-7986C6A3279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AB161C13-5D04-8FBD-589F-CA44D116AF11}"/>
              </a:ext>
            </a:extLst>
          </p:cNvPr>
          <p:cNvSpPr>
            <a:spLocks noGrp="1"/>
          </p:cNvSpPr>
          <p:nvPr>
            <p:ph type="dt" sz="half" idx="10"/>
          </p:nvPr>
        </p:nvSpPr>
        <p:spPr/>
        <p:txBody>
          <a:bodyPr/>
          <a:lstStyle/>
          <a:p>
            <a:fld id="{3B6B1A0E-1C2C-4483-9625-4288267390D2}" type="datetimeFigureOut">
              <a:rPr lang="ru-RU" smtClean="0"/>
              <a:t>25.12.2024</a:t>
            </a:fld>
            <a:endParaRPr lang="ru-RU"/>
          </a:p>
        </p:txBody>
      </p:sp>
      <p:sp>
        <p:nvSpPr>
          <p:cNvPr id="6" name="Нижний колонтитул 5">
            <a:extLst>
              <a:ext uri="{FF2B5EF4-FFF2-40B4-BE49-F238E27FC236}">
                <a16:creationId xmlns:a16="http://schemas.microsoft.com/office/drawing/2014/main" id="{8BE0E8D6-574F-56F8-22BB-483DA44D8BFD}"/>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E1254EF6-6477-D936-46FB-C1F948EA42F2}"/>
              </a:ext>
            </a:extLst>
          </p:cNvPr>
          <p:cNvSpPr>
            <a:spLocks noGrp="1"/>
          </p:cNvSpPr>
          <p:nvPr>
            <p:ph type="sldNum" sz="quarter" idx="12"/>
          </p:nvPr>
        </p:nvSpPr>
        <p:spPr/>
        <p:txBody>
          <a:bodyPr/>
          <a:lstStyle/>
          <a:p>
            <a:fld id="{2D1388EC-D240-4947-BD00-FE4900254C66}" type="slidenum">
              <a:rPr lang="ru-RU" smtClean="0"/>
              <a:t>‹#›</a:t>
            </a:fld>
            <a:endParaRPr lang="ru-RU"/>
          </a:p>
        </p:txBody>
      </p:sp>
    </p:spTree>
    <p:extLst>
      <p:ext uri="{BB962C8B-B14F-4D97-AF65-F5344CB8AC3E}">
        <p14:creationId xmlns:p14="http://schemas.microsoft.com/office/powerpoint/2010/main" val="25776104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77D7E50-376A-7F72-4828-DE4338BEF442}"/>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Рисунок 2">
            <a:extLst>
              <a:ext uri="{FF2B5EF4-FFF2-40B4-BE49-F238E27FC236}">
                <a16:creationId xmlns:a16="http://schemas.microsoft.com/office/drawing/2014/main" id="{CC606C3B-A393-565E-35FD-BC4417A396C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a:extLst>
              <a:ext uri="{FF2B5EF4-FFF2-40B4-BE49-F238E27FC236}">
                <a16:creationId xmlns:a16="http://schemas.microsoft.com/office/drawing/2014/main" id="{F3BC3582-1E9C-AE8E-107D-74D86917F64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E81F702F-D578-9345-5964-2DFB26297373}"/>
              </a:ext>
            </a:extLst>
          </p:cNvPr>
          <p:cNvSpPr>
            <a:spLocks noGrp="1"/>
          </p:cNvSpPr>
          <p:nvPr>
            <p:ph type="dt" sz="half" idx="10"/>
          </p:nvPr>
        </p:nvSpPr>
        <p:spPr/>
        <p:txBody>
          <a:bodyPr/>
          <a:lstStyle/>
          <a:p>
            <a:fld id="{3B6B1A0E-1C2C-4483-9625-4288267390D2}" type="datetimeFigureOut">
              <a:rPr lang="ru-RU" smtClean="0"/>
              <a:t>25.12.2024</a:t>
            </a:fld>
            <a:endParaRPr lang="ru-RU"/>
          </a:p>
        </p:txBody>
      </p:sp>
      <p:sp>
        <p:nvSpPr>
          <p:cNvPr id="6" name="Нижний колонтитул 5">
            <a:extLst>
              <a:ext uri="{FF2B5EF4-FFF2-40B4-BE49-F238E27FC236}">
                <a16:creationId xmlns:a16="http://schemas.microsoft.com/office/drawing/2014/main" id="{31234169-44C5-BC8E-1C43-CA8BB0959678}"/>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9A1C2E6B-11A4-DFCF-C5F8-5E7819B3F4DC}"/>
              </a:ext>
            </a:extLst>
          </p:cNvPr>
          <p:cNvSpPr>
            <a:spLocks noGrp="1"/>
          </p:cNvSpPr>
          <p:nvPr>
            <p:ph type="sldNum" sz="quarter" idx="12"/>
          </p:nvPr>
        </p:nvSpPr>
        <p:spPr/>
        <p:txBody>
          <a:bodyPr/>
          <a:lstStyle/>
          <a:p>
            <a:fld id="{2D1388EC-D240-4947-BD00-FE4900254C66}" type="slidenum">
              <a:rPr lang="ru-RU" smtClean="0"/>
              <a:t>‹#›</a:t>
            </a:fld>
            <a:endParaRPr lang="ru-RU"/>
          </a:p>
        </p:txBody>
      </p:sp>
    </p:spTree>
    <p:extLst>
      <p:ext uri="{BB962C8B-B14F-4D97-AF65-F5344CB8AC3E}">
        <p14:creationId xmlns:p14="http://schemas.microsoft.com/office/powerpoint/2010/main" val="37241497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0FD769D-EBD4-49C9-7045-891C363CD7BB}"/>
              </a:ext>
            </a:extLst>
          </p:cNvPr>
          <p:cNvSpPr>
            <a:spLocks noGrp="1"/>
          </p:cNvSpPr>
          <p:nvPr>
            <p:ph type="title"/>
          </p:nvPr>
        </p:nvSpPr>
        <p:spPr/>
        <p:txBody>
          <a:bodyPr/>
          <a:lstStyle/>
          <a:p>
            <a:r>
              <a:rPr lang="ru-RU"/>
              <a:t>Образец заголовка</a:t>
            </a:r>
          </a:p>
        </p:txBody>
      </p:sp>
      <p:sp>
        <p:nvSpPr>
          <p:cNvPr id="3" name="Вертикальный текст 2">
            <a:extLst>
              <a:ext uri="{FF2B5EF4-FFF2-40B4-BE49-F238E27FC236}">
                <a16:creationId xmlns:a16="http://schemas.microsoft.com/office/drawing/2014/main" id="{15A28478-140B-0969-497E-208135C50237}"/>
              </a:ext>
            </a:extLst>
          </p:cNvPr>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D3A6A5EA-E05D-7936-E575-8BB52206F4D9}"/>
              </a:ext>
            </a:extLst>
          </p:cNvPr>
          <p:cNvSpPr>
            <a:spLocks noGrp="1"/>
          </p:cNvSpPr>
          <p:nvPr>
            <p:ph type="dt" sz="half" idx="10"/>
          </p:nvPr>
        </p:nvSpPr>
        <p:spPr/>
        <p:txBody>
          <a:bodyPr/>
          <a:lstStyle/>
          <a:p>
            <a:fld id="{3B6B1A0E-1C2C-4483-9625-4288267390D2}" type="datetimeFigureOut">
              <a:rPr lang="ru-RU" smtClean="0"/>
              <a:t>25.12.2024</a:t>
            </a:fld>
            <a:endParaRPr lang="ru-RU"/>
          </a:p>
        </p:txBody>
      </p:sp>
      <p:sp>
        <p:nvSpPr>
          <p:cNvPr id="5" name="Нижний колонтитул 4">
            <a:extLst>
              <a:ext uri="{FF2B5EF4-FFF2-40B4-BE49-F238E27FC236}">
                <a16:creationId xmlns:a16="http://schemas.microsoft.com/office/drawing/2014/main" id="{741DF026-8B2A-B1E3-885B-B1DF94382C75}"/>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97955496-F6FE-4046-78ED-E4E9D86DFE7F}"/>
              </a:ext>
            </a:extLst>
          </p:cNvPr>
          <p:cNvSpPr>
            <a:spLocks noGrp="1"/>
          </p:cNvSpPr>
          <p:nvPr>
            <p:ph type="sldNum" sz="quarter" idx="12"/>
          </p:nvPr>
        </p:nvSpPr>
        <p:spPr/>
        <p:txBody>
          <a:bodyPr/>
          <a:lstStyle/>
          <a:p>
            <a:fld id="{2D1388EC-D240-4947-BD00-FE4900254C66}" type="slidenum">
              <a:rPr lang="ru-RU" smtClean="0"/>
              <a:t>‹#›</a:t>
            </a:fld>
            <a:endParaRPr lang="ru-RU"/>
          </a:p>
        </p:txBody>
      </p:sp>
    </p:spTree>
    <p:extLst>
      <p:ext uri="{BB962C8B-B14F-4D97-AF65-F5344CB8AC3E}">
        <p14:creationId xmlns:p14="http://schemas.microsoft.com/office/powerpoint/2010/main" val="40825495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a:extLst>
              <a:ext uri="{FF2B5EF4-FFF2-40B4-BE49-F238E27FC236}">
                <a16:creationId xmlns:a16="http://schemas.microsoft.com/office/drawing/2014/main" id="{A932EBBB-D5C8-1021-2363-6092261457BB}"/>
              </a:ext>
            </a:extLst>
          </p:cNvPr>
          <p:cNvSpPr>
            <a:spLocks noGrp="1"/>
          </p:cNvSpPr>
          <p:nvPr>
            <p:ph type="title" orient="vert"/>
          </p:nvPr>
        </p:nvSpPr>
        <p:spPr>
          <a:xfrm>
            <a:off x="8724900" y="365125"/>
            <a:ext cx="2628900" cy="5811838"/>
          </a:xfrm>
        </p:spPr>
        <p:txBody>
          <a:bodyPr vert="eaVert"/>
          <a:lstStyle/>
          <a:p>
            <a:r>
              <a:rPr lang="ru-RU"/>
              <a:t>Образец заголовка</a:t>
            </a:r>
          </a:p>
        </p:txBody>
      </p:sp>
      <p:sp>
        <p:nvSpPr>
          <p:cNvPr id="3" name="Вертикальный текст 2">
            <a:extLst>
              <a:ext uri="{FF2B5EF4-FFF2-40B4-BE49-F238E27FC236}">
                <a16:creationId xmlns:a16="http://schemas.microsoft.com/office/drawing/2014/main" id="{217D6F0F-06CF-94DD-FE33-B28B012690E8}"/>
              </a:ext>
            </a:extLst>
          </p:cNvPr>
          <p:cNvSpPr>
            <a:spLocks noGrp="1"/>
          </p:cNvSpPr>
          <p:nvPr>
            <p:ph type="body" orient="vert" idx="1"/>
          </p:nvPr>
        </p:nvSpPr>
        <p:spPr>
          <a:xfrm>
            <a:off x="838200" y="365125"/>
            <a:ext cx="7734300" cy="5811838"/>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E36A5AEB-FD79-AADF-3E6B-509ACCCDE819}"/>
              </a:ext>
            </a:extLst>
          </p:cNvPr>
          <p:cNvSpPr>
            <a:spLocks noGrp="1"/>
          </p:cNvSpPr>
          <p:nvPr>
            <p:ph type="dt" sz="half" idx="10"/>
          </p:nvPr>
        </p:nvSpPr>
        <p:spPr/>
        <p:txBody>
          <a:bodyPr/>
          <a:lstStyle/>
          <a:p>
            <a:fld id="{3B6B1A0E-1C2C-4483-9625-4288267390D2}" type="datetimeFigureOut">
              <a:rPr lang="ru-RU" smtClean="0"/>
              <a:t>25.12.2024</a:t>
            </a:fld>
            <a:endParaRPr lang="ru-RU"/>
          </a:p>
        </p:txBody>
      </p:sp>
      <p:sp>
        <p:nvSpPr>
          <p:cNvPr id="5" name="Нижний колонтитул 4">
            <a:extLst>
              <a:ext uri="{FF2B5EF4-FFF2-40B4-BE49-F238E27FC236}">
                <a16:creationId xmlns:a16="http://schemas.microsoft.com/office/drawing/2014/main" id="{09F37182-5F58-06A0-556C-D5BDA43283AD}"/>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7973DA24-40B3-71AB-147B-C3DB3B3CBE92}"/>
              </a:ext>
            </a:extLst>
          </p:cNvPr>
          <p:cNvSpPr>
            <a:spLocks noGrp="1"/>
          </p:cNvSpPr>
          <p:nvPr>
            <p:ph type="sldNum" sz="quarter" idx="12"/>
          </p:nvPr>
        </p:nvSpPr>
        <p:spPr/>
        <p:txBody>
          <a:bodyPr/>
          <a:lstStyle/>
          <a:p>
            <a:fld id="{2D1388EC-D240-4947-BD00-FE4900254C66}" type="slidenum">
              <a:rPr lang="ru-RU" smtClean="0"/>
              <a:t>‹#›</a:t>
            </a:fld>
            <a:endParaRPr lang="ru-RU"/>
          </a:p>
        </p:txBody>
      </p:sp>
    </p:spTree>
    <p:extLst>
      <p:ext uri="{BB962C8B-B14F-4D97-AF65-F5344CB8AC3E}">
        <p14:creationId xmlns:p14="http://schemas.microsoft.com/office/powerpoint/2010/main" val="26667434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F57BA1E-977D-5C50-1491-862848923A9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a:t>Образец заголовка</a:t>
            </a:r>
          </a:p>
        </p:txBody>
      </p:sp>
      <p:sp>
        <p:nvSpPr>
          <p:cNvPr id="3" name="Текст 2">
            <a:extLst>
              <a:ext uri="{FF2B5EF4-FFF2-40B4-BE49-F238E27FC236}">
                <a16:creationId xmlns:a16="http://schemas.microsoft.com/office/drawing/2014/main" id="{BAA883B7-04D3-6885-4E95-A334716FC04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95214CE6-D413-CE70-EBE1-AA8D0504A89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B6B1A0E-1C2C-4483-9625-4288267390D2}" type="datetimeFigureOut">
              <a:rPr lang="ru-RU" smtClean="0"/>
              <a:t>25.12.2024</a:t>
            </a:fld>
            <a:endParaRPr lang="ru-RU"/>
          </a:p>
        </p:txBody>
      </p:sp>
      <p:sp>
        <p:nvSpPr>
          <p:cNvPr id="5" name="Нижний колонтитул 4">
            <a:extLst>
              <a:ext uri="{FF2B5EF4-FFF2-40B4-BE49-F238E27FC236}">
                <a16:creationId xmlns:a16="http://schemas.microsoft.com/office/drawing/2014/main" id="{0D30DFF7-7DFE-0CF5-0FB4-3ACC9DB4E54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Номер слайда 5">
            <a:extLst>
              <a:ext uri="{FF2B5EF4-FFF2-40B4-BE49-F238E27FC236}">
                <a16:creationId xmlns:a16="http://schemas.microsoft.com/office/drawing/2014/main" id="{E14C9D9B-ABDA-61B6-E946-703E74F085E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D1388EC-D240-4947-BD00-FE4900254C66}" type="slidenum">
              <a:rPr lang="ru-RU" smtClean="0"/>
              <a:t>‹#›</a:t>
            </a:fld>
            <a:endParaRPr lang="ru-RU"/>
          </a:p>
        </p:txBody>
      </p:sp>
    </p:spTree>
    <p:extLst>
      <p:ext uri="{BB962C8B-B14F-4D97-AF65-F5344CB8AC3E}">
        <p14:creationId xmlns:p14="http://schemas.microsoft.com/office/powerpoint/2010/main" val="208245133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4" Type="http://schemas.microsoft.com/office/2007/relationships/hdphoto" Target="../media/hdphoto2.wdp"/></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3.png"/><Relationship Id="rId1" Type="http://schemas.openxmlformats.org/officeDocument/2006/relationships/slideLayout" Target="../slideLayouts/slideLayout7.xml"/><Relationship Id="rId4" Type="http://schemas.microsoft.com/office/2007/relationships/hdphoto" Target="../media/hdphoto3.wdp"/></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13.png"/><Relationship Id="rId1" Type="http://schemas.openxmlformats.org/officeDocument/2006/relationships/slideLayout" Target="../slideLayouts/slideLayout7.xml"/><Relationship Id="rId6" Type="http://schemas.microsoft.com/office/2007/relationships/hdphoto" Target="../media/hdphoto5.wdp"/><Relationship Id="rId5" Type="http://schemas.openxmlformats.org/officeDocument/2006/relationships/image" Target="../media/image15.png"/><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18.png"/><Relationship Id="rId5" Type="http://schemas.microsoft.com/office/2007/relationships/hdphoto" Target="../media/hdphoto6.wdp"/><Relationship Id="rId4" Type="http://schemas.openxmlformats.org/officeDocument/2006/relationships/image" Target="../media/image17.png"/></Relationships>
</file>

<file path=ppt/slides/_rels/slide15.xml.rels><?xml version="1.0" encoding="UTF-8" standalone="yes"?>
<Relationships xmlns="http://schemas.openxmlformats.org/package/2006/relationships"><Relationship Id="rId3" Type="http://schemas.microsoft.com/office/2007/relationships/hdphoto" Target="../media/hdphoto7.wdp"/><Relationship Id="rId2" Type="http://schemas.openxmlformats.org/officeDocument/2006/relationships/image" Target="../media/image19.png"/><Relationship Id="rId1" Type="http://schemas.openxmlformats.org/officeDocument/2006/relationships/slideLayout" Target="../slideLayouts/slideLayout7.xml"/><Relationship Id="rId5" Type="http://schemas.openxmlformats.org/officeDocument/2006/relationships/image" Target="../media/image21.png"/><Relationship Id="rId4" Type="http://schemas.openxmlformats.org/officeDocument/2006/relationships/image" Target="../media/image20.png"/></Relationships>
</file>

<file path=ppt/slides/_rels/slide1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7" Type="http://schemas.microsoft.com/office/2007/relationships/hdphoto" Target="../media/hdphoto9.wdp"/><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25.png"/><Relationship Id="rId5" Type="http://schemas.microsoft.com/office/2007/relationships/hdphoto" Target="../media/hdphoto8.wdp"/><Relationship Id="rId4" Type="http://schemas.openxmlformats.org/officeDocument/2006/relationships/image" Target="../media/image24.png"/></Relationships>
</file>

<file path=ppt/slides/_rels/slide1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microsoft.com/office/2007/relationships/hdphoto" Target="../media/hdphoto10.wdp"/><Relationship Id="rId2" Type="http://schemas.openxmlformats.org/officeDocument/2006/relationships/image" Target="../media/image28.png"/><Relationship Id="rId1" Type="http://schemas.openxmlformats.org/officeDocument/2006/relationships/slideLayout" Target="../slideLayouts/slideLayout7.xml"/><Relationship Id="rId6" Type="http://schemas.openxmlformats.org/officeDocument/2006/relationships/image" Target="../media/image30.png"/><Relationship Id="rId5" Type="http://schemas.microsoft.com/office/2007/relationships/hdphoto" Target="../media/hdphoto11.wdp"/><Relationship Id="rId4" Type="http://schemas.openxmlformats.org/officeDocument/2006/relationships/image" Target="../media/image2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Рисунок 5">
            <a:extLst>
              <a:ext uri="{FF2B5EF4-FFF2-40B4-BE49-F238E27FC236}">
                <a16:creationId xmlns:a16="http://schemas.microsoft.com/office/drawing/2014/main" id="{D7675614-BDBC-5204-9857-0D5D0CC7AF8D}"/>
              </a:ext>
            </a:extLst>
          </p:cNvPr>
          <p:cNvPicPr>
            <a:picLocks noChangeAspect="1"/>
          </p:cNvPicPr>
          <p:nvPr/>
        </p:nvPicPr>
        <p:blipFill>
          <a:blip r:embed="rId2"/>
          <a:stretch>
            <a:fillRect/>
          </a:stretch>
        </p:blipFill>
        <p:spPr>
          <a:xfrm>
            <a:off x="0" y="0"/>
            <a:ext cx="12192000" cy="6857999"/>
          </a:xfrm>
          <a:prstGeom prst="rect">
            <a:avLst/>
          </a:prstGeom>
        </p:spPr>
      </p:pic>
      <p:sp>
        <p:nvSpPr>
          <p:cNvPr id="13" name="Полилиния: фигура 12">
            <a:extLst>
              <a:ext uri="{FF2B5EF4-FFF2-40B4-BE49-F238E27FC236}">
                <a16:creationId xmlns:a16="http://schemas.microsoft.com/office/drawing/2014/main" id="{E04DFE80-0675-1859-15CC-354DAF72CA76}"/>
              </a:ext>
            </a:extLst>
          </p:cNvPr>
          <p:cNvSpPr/>
          <p:nvPr/>
        </p:nvSpPr>
        <p:spPr>
          <a:xfrm>
            <a:off x="782623" y="0"/>
            <a:ext cx="11409377" cy="6857999"/>
          </a:xfrm>
          <a:custGeom>
            <a:avLst/>
            <a:gdLst/>
            <a:ahLst/>
            <a:cxnLst/>
            <a:rect l="l" t="t" r="r" b="b"/>
            <a:pathLst>
              <a:path w="11409377" h="6857999">
                <a:moveTo>
                  <a:pt x="4636814" y="3519039"/>
                </a:moveTo>
                <a:lnTo>
                  <a:pt x="4636814" y="3588245"/>
                </a:lnTo>
                <a:lnTo>
                  <a:pt x="4686671" y="3588245"/>
                </a:lnTo>
                <a:cubicBezTo>
                  <a:pt x="4699074" y="3588245"/>
                  <a:pt x="4709120" y="3585392"/>
                  <a:pt x="4716809" y="3579687"/>
                </a:cubicBezTo>
                <a:cubicBezTo>
                  <a:pt x="4724499" y="3573982"/>
                  <a:pt x="4728343" y="3565672"/>
                  <a:pt x="4728343" y="3554758"/>
                </a:cubicBezTo>
                <a:cubicBezTo>
                  <a:pt x="4728343" y="3530946"/>
                  <a:pt x="4714453" y="3519039"/>
                  <a:pt x="4686671" y="3519039"/>
                </a:cubicBezTo>
                <a:close/>
                <a:moveTo>
                  <a:pt x="11098410" y="3493739"/>
                </a:moveTo>
                <a:lnTo>
                  <a:pt x="11098410" y="3517923"/>
                </a:lnTo>
                <a:cubicBezTo>
                  <a:pt x="11098410" y="3536775"/>
                  <a:pt x="11095371" y="3552092"/>
                  <a:pt x="11089295" y="3563874"/>
                </a:cubicBezTo>
                <a:cubicBezTo>
                  <a:pt x="11083217" y="3575656"/>
                  <a:pt x="11072924" y="3585640"/>
                  <a:pt x="11058413" y="3593826"/>
                </a:cubicBezTo>
                <a:cubicBezTo>
                  <a:pt x="11043902" y="3602011"/>
                  <a:pt x="11028212" y="3606104"/>
                  <a:pt x="11011346" y="3606104"/>
                </a:cubicBezTo>
                <a:cubicBezTo>
                  <a:pt x="10995222" y="3606104"/>
                  <a:pt x="10983006" y="3602321"/>
                  <a:pt x="10974697" y="3594756"/>
                </a:cubicBezTo>
                <a:cubicBezTo>
                  <a:pt x="10966387" y="3587190"/>
                  <a:pt x="10962233" y="3577455"/>
                  <a:pt x="10962233" y="3565548"/>
                </a:cubicBezTo>
                <a:cubicBezTo>
                  <a:pt x="10962233" y="3555130"/>
                  <a:pt x="10966449" y="3545829"/>
                  <a:pt x="10974883" y="3537643"/>
                </a:cubicBezTo>
                <a:cubicBezTo>
                  <a:pt x="10983069" y="3529706"/>
                  <a:pt x="11002539" y="3521644"/>
                  <a:pt x="11033298" y="3513458"/>
                </a:cubicBezTo>
                <a:cubicBezTo>
                  <a:pt x="11055870" y="3507753"/>
                  <a:pt x="11077574" y="3501180"/>
                  <a:pt x="11098410" y="3493739"/>
                </a:cubicBezTo>
                <a:close/>
                <a:moveTo>
                  <a:pt x="5764411" y="3493739"/>
                </a:moveTo>
                <a:cubicBezTo>
                  <a:pt x="5743575" y="3501180"/>
                  <a:pt x="5721871" y="3507753"/>
                  <a:pt x="5699298" y="3513458"/>
                </a:cubicBezTo>
                <a:cubicBezTo>
                  <a:pt x="5668540" y="3521644"/>
                  <a:pt x="5649069" y="3529706"/>
                  <a:pt x="5640883" y="3537643"/>
                </a:cubicBezTo>
                <a:cubicBezTo>
                  <a:pt x="5632449" y="3545829"/>
                  <a:pt x="5628233" y="3555130"/>
                  <a:pt x="5628233" y="3565548"/>
                </a:cubicBezTo>
                <a:cubicBezTo>
                  <a:pt x="5628233" y="3577455"/>
                  <a:pt x="5632388" y="3587190"/>
                  <a:pt x="5640697" y="3594756"/>
                </a:cubicBezTo>
                <a:cubicBezTo>
                  <a:pt x="5649007" y="3602321"/>
                  <a:pt x="5661223" y="3606104"/>
                  <a:pt x="5677346" y="3606104"/>
                </a:cubicBezTo>
                <a:cubicBezTo>
                  <a:pt x="5694213" y="3606104"/>
                  <a:pt x="5709902" y="3602011"/>
                  <a:pt x="5724413" y="3593826"/>
                </a:cubicBezTo>
                <a:cubicBezTo>
                  <a:pt x="5738924" y="3585640"/>
                  <a:pt x="5749218" y="3575656"/>
                  <a:pt x="5755295" y="3563874"/>
                </a:cubicBezTo>
                <a:cubicBezTo>
                  <a:pt x="5761372" y="3552092"/>
                  <a:pt x="5764411" y="3536775"/>
                  <a:pt x="5764411" y="3517923"/>
                </a:cubicBezTo>
                <a:close/>
                <a:moveTo>
                  <a:pt x="2840236" y="3493739"/>
                </a:moveTo>
                <a:cubicBezTo>
                  <a:pt x="2819400" y="3501180"/>
                  <a:pt x="2797695" y="3507753"/>
                  <a:pt x="2775124" y="3513458"/>
                </a:cubicBezTo>
                <a:cubicBezTo>
                  <a:pt x="2744366" y="3521644"/>
                  <a:pt x="2724894" y="3529706"/>
                  <a:pt x="2716708" y="3537643"/>
                </a:cubicBezTo>
                <a:cubicBezTo>
                  <a:pt x="2708275" y="3545829"/>
                  <a:pt x="2704058" y="3555130"/>
                  <a:pt x="2704058" y="3565548"/>
                </a:cubicBezTo>
                <a:cubicBezTo>
                  <a:pt x="2704058" y="3577455"/>
                  <a:pt x="2708213" y="3587190"/>
                  <a:pt x="2716523" y="3594756"/>
                </a:cubicBezTo>
                <a:cubicBezTo>
                  <a:pt x="2724832" y="3602321"/>
                  <a:pt x="2737048" y="3606104"/>
                  <a:pt x="2753171" y="3606104"/>
                </a:cubicBezTo>
                <a:cubicBezTo>
                  <a:pt x="2770039" y="3606104"/>
                  <a:pt x="2785727" y="3602011"/>
                  <a:pt x="2800238" y="3593826"/>
                </a:cubicBezTo>
                <a:cubicBezTo>
                  <a:pt x="2814749" y="3585640"/>
                  <a:pt x="2825043" y="3575656"/>
                  <a:pt x="2831120" y="3563874"/>
                </a:cubicBezTo>
                <a:cubicBezTo>
                  <a:pt x="2837197" y="3552092"/>
                  <a:pt x="2840236" y="3536775"/>
                  <a:pt x="2840236" y="3517923"/>
                </a:cubicBezTo>
                <a:close/>
                <a:moveTo>
                  <a:pt x="6923261" y="3453555"/>
                </a:moveTo>
                <a:lnTo>
                  <a:pt x="7008837" y="3453555"/>
                </a:lnTo>
                <a:cubicBezTo>
                  <a:pt x="7038354" y="3453555"/>
                  <a:pt x="7059005" y="3458454"/>
                  <a:pt x="7070787" y="3468252"/>
                </a:cubicBezTo>
                <a:cubicBezTo>
                  <a:pt x="7082568" y="3478050"/>
                  <a:pt x="7088460" y="3491010"/>
                  <a:pt x="7088460" y="3507133"/>
                </a:cubicBezTo>
                <a:cubicBezTo>
                  <a:pt x="7088460" y="3524497"/>
                  <a:pt x="7082507" y="3538325"/>
                  <a:pt x="7070601" y="3548619"/>
                </a:cubicBezTo>
                <a:cubicBezTo>
                  <a:pt x="7058694" y="3558913"/>
                  <a:pt x="7038230" y="3564060"/>
                  <a:pt x="7009209" y="3564060"/>
                </a:cubicBezTo>
                <a:lnTo>
                  <a:pt x="6923261" y="3564060"/>
                </a:lnTo>
                <a:close/>
                <a:moveTo>
                  <a:pt x="9468147" y="3388443"/>
                </a:moveTo>
                <a:cubicBezTo>
                  <a:pt x="9486006" y="3388443"/>
                  <a:pt x="9501137" y="3395946"/>
                  <a:pt x="9513540" y="3410953"/>
                </a:cubicBezTo>
                <a:cubicBezTo>
                  <a:pt x="9525942" y="3425960"/>
                  <a:pt x="9532143" y="3449462"/>
                  <a:pt x="9532143" y="3481460"/>
                </a:cubicBezTo>
                <a:cubicBezTo>
                  <a:pt x="9532143" y="3516187"/>
                  <a:pt x="9526190" y="3540806"/>
                  <a:pt x="9514284" y="3555316"/>
                </a:cubicBezTo>
                <a:cubicBezTo>
                  <a:pt x="9502378" y="3569827"/>
                  <a:pt x="9487619" y="3577082"/>
                  <a:pt x="9470007" y="3577082"/>
                </a:cubicBezTo>
                <a:cubicBezTo>
                  <a:pt x="9449916" y="3577082"/>
                  <a:pt x="9433296" y="3569517"/>
                  <a:pt x="9420150" y="3554386"/>
                </a:cubicBezTo>
                <a:cubicBezTo>
                  <a:pt x="9407004" y="3539255"/>
                  <a:pt x="9400430" y="3516063"/>
                  <a:pt x="9400430" y="3484809"/>
                </a:cubicBezTo>
                <a:cubicBezTo>
                  <a:pt x="9400430" y="3450827"/>
                  <a:pt x="9406879" y="3426270"/>
                  <a:pt x="9419778" y="3411139"/>
                </a:cubicBezTo>
                <a:cubicBezTo>
                  <a:pt x="9432677" y="3396008"/>
                  <a:pt x="9448799" y="3388443"/>
                  <a:pt x="9468147" y="3388443"/>
                </a:cubicBezTo>
                <a:close/>
                <a:moveTo>
                  <a:pt x="2286297" y="3388443"/>
                </a:moveTo>
                <a:cubicBezTo>
                  <a:pt x="2266950" y="3388443"/>
                  <a:pt x="2250827" y="3396008"/>
                  <a:pt x="2237928" y="3411139"/>
                </a:cubicBezTo>
                <a:cubicBezTo>
                  <a:pt x="2225030" y="3426270"/>
                  <a:pt x="2218581" y="3450827"/>
                  <a:pt x="2218581" y="3484809"/>
                </a:cubicBezTo>
                <a:cubicBezTo>
                  <a:pt x="2218581" y="3516063"/>
                  <a:pt x="2225154" y="3539255"/>
                  <a:pt x="2238301" y="3554386"/>
                </a:cubicBezTo>
                <a:cubicBezTo>
                  <a:pt x="2251447" y="3569517"/>
                  <a:pt x="2268066" y="3577082"/>
                  <a:pt x="2288158" y="3577082"/>
                </a:cubicBezTo>
                <a:cubicBezTo>
                  <a:pt x="2305769" y="3577082"/>
                  <a:pt x="2320528" y="3569827"/>
                  <a:pt x="2332434" y="3555316"/>
                </a:cubicBezTo>
                <a:cubicBezTo>
                  <a:pt x="2344340" y="3540806"/>
                  <a:pt x="2350294" y="3516187"/>
                  <a:pt x="2350294" y="3481460"/>
                </a:cubicBezTo>
                <a:cubicBezTo>
                  <a:pt x="2350294" y="3449462"/>
                  <a:pt x="2344092" y="3425960"/>
                  <a:pt x="2331690" y="3410953"/>
                </a:cubicBezTo>
                <a:cubicBezTo>
                  <a:pt x="2319288" y="3395946"/>
                  <a:pt x="2304157" y="3388443"/>
                  <a:pt x="2286297" y="3388443"/>
                </a:cubicBezTo>
                <a:close/>
                <a:moveTo>
                  <a:pt x="8952532" y="3381373"/>
                </a:moveTo>
                <a:cubicBezTo>
                  <a:pt x="8973368" y="3381373"/>
                  <a:pt x="8990855" y="3389745"/>
                  <a:pt x="9004994" y="3406488"/>
                </a:cubicBezTo>
                <a:cubicBezTo>
                  <a:pt x="9019133" y="3423231"/>
                  <a:pt x="9026202" y="3448718"/>
                  <a:pt x="9026202" y="3482949"/>
                </a:cubicBezTo>
                <a:cubicBezTo>
                  <a:pt x="9026202" y="3519660"/>
                  <a:pt x="9019194" y="3546325"/>
                  <a:pt x="9005180" y="3562944"/>
                </a:cubicBezTo>
                <a:cubicBezTo>
                  <a:pt x="8991165" y="3579563"/>
                  <a:pt x="8973244" y="3587873"/>
                  <a:pt x="8951416" y="3587873"/>
                </a:cubicBezTo>
                <a:cubicBezTo>
                  <a:pt x="8929836" y="3587873"/>
                  <a:pt x="8911915" y="3579439"/>
                  <a:pt x="8897652" y="3562572"/>
                </a:cubicBezTo>
                <a:cubicBezTo>
                  <a:pt x="8883389" y="3545705"/>
                  <a:pt x="8876258" y="3519660"/>
                  <a:pt x="8876258" y="3484437"/>
                </a:cubicBezTo>
                <a:cubicBezTo>
                  <a:pt x="8876258" y="3449710"/>
                  <a:pt x="8883451" y="3423852"/>
                  <a:pt x="8897838" y="3406861"/>
                </a:cubicBezTo>
                <a:cubicBezTo>
                  <a:pt x="8912224" y="3389869"/>
                  <a:pt x="8930455" y="3381373"/>
                  <a:pt x="8952532" y="3381373"/>
                </a:cubicBezTo>
                <a:close/>
                <a:moveTo>
                  <a:pt x="6185148" y="3376164"/>
                </a:moveTo>
                <a:cubicBezTo>
                  <a:pt x="6162823" y="3376164"/>
                  <a:pt x="6148933" y="3378847"/>
                  <a:pt x="6143476" y="3384214"/>
                </a:cubicBezTo>
                <a:cubicBezTo>
                  <a:pt x="6138019" y="3389580"/>
                  <a:pt x="6135290" y="3397128"/>
                  <a:pt x="6135290" y="3406861"/>
                </a:cubicBezTo>
                <a:cubicBezTo>
                  <a:pt x="6135290" y="3427820"/>
                  <a:pt x="6153646" y="3438300"/>
                  <a:pt x="6190357" y="3438300"/>
                </a:cubicBezTo>
                <a:lnTo>
                  <a:pt x="6232401" y="3438300"/>
                </a:lnTo>
                <a:lnTo>
                  <a:pt x="6232401" y="3376164"/>
                </a:lnTo>
                <a:close/>
                <a:moveTo>
                  <a:pt x="4636814" y="3373932"/>
                </a:moveTo>
                <a:lnTo>
                  <a:pt x="4636814" y="3436812"/>
                </a:lnTo>
                <a:lnTo>
                  <a:pt x="4675138" y="3436812"/>
                </a:lnTo>
                <a:cubicBezTo>
                  <a:pt x="4700438" y="3436812"/>
                  <a:pt x="4713089" y="3425210"/>
                  <a:pt x="4713089" y="3402006"/>
                </a:cubicBezTo>
                <a:cubicBezTo>
                  <a:pt x="4713089" y="3383290"/>
                  <a:pt x="4699694" y="3373932"/>
                  <a:pt x="4672905" y="3373932"/>
                </a:cubicBezTo>
                <a:close/>
                <a:moveTo>
                  <a:pt x="1771799" y="3366863"/>
                </a:moveTo>
                <a:cubicBezTo>
                  <a:pt x="1747738" y="3366863"/>
                  <a:pt x="1728515" y="3376413"/>
                  <a:pt x="1714128" y="3395512"/>
                </a:cubicBezTo>
                <a:cubicBezTo>
                  <a:pt x="1704950" y="3407418"/>
                  <a:pt x="1699121" y="3425154"/>
                  <a:pt x="1696640" y="3448718"/>
                </a:cubicBezTo>
                <a:lnTo>
                  <a:pt x="1845841" y="3448718"/>
                </a:lnTo>
                <a:cubicBezTo>
                  <a:pt x="1842864" y="3419449"/>
                  <a:pt x="1834989" y="3398489"/>
                  <a:pt x="1822214" y="3385838"/>
                </a:cubicBezTo>
                <a:cubicBezTo>
                  <a:pt x="1809440" y="3373188"/>
                  <a:pt x="1792635" y="3366863"/>
                  <a:pt x="1771799" y="3366863"/>
                </a:cubicBezTo>
                <a:close/>
                <a:moveTo>
                  <a:pt x="10291315" y="3286123"/>
                </a:moveTo>
                <a:lnTo>
                  <a:pt x="10291315" y="3681262"/>
                </a:lnTo>
                <a:lnTo>
                  <a:pt x="10443120" y="3681262"/>
                </a:lnTo>
                <a:lnTo>
                  <a:pt x="10443120" y="3532062"/>
                </a:lnTo>
                <a:lnTo>
                  <a:pt x="10580786" y="3532062"/>
                </a:lnTo>
                <a:lnTo>
                  <a:pt x="10580786" y="3681262"/>
                </a:lnTo>
                <a:lnTo>
                  <a:pt x="10732591" y="3681262"/>
                </a:lnTo>
                <a:lnTo>
                  <a:pt x="10732591" y="3286123"/>
                </a:lnTo>
                <a:lnTo>
                  <a:pt x="10580786" y="3286123"/>
                </a:lnTo>
                <a:lnTo>
                  <a:pt x="10580786" y="3421557"/>
                </a:lnTo>
                <a:lnTo>
                  <a:pt x="10443120" y="3421557"/>
                </a:lnTo>
                <a:lnTo>
                  <a:pt x="10443120" y="3286123"/>
                </a:lnTo>
                <a:close/>
                <a:moveTo>
                  <a:pt x="9757915" y="3286123"/>
                </a:moveTo>
                <a:lnTo>
                  <a:pt x="9757915" y="3681262"/>
                </a:lnTo>
                <a:lnTo>
                  <a:pt x="9902098" y="3681262"/>
                </a:lnTo>
                <a:lnTo>
                  <a:pt x="10050735" y="3486861"/>
                </a:lnTo>
                <a:lnTo>
                  <a:pt x="10050735" y="3681262"/>
                </a:lnTo>
                <a:lnTo>
                  <a:pt x="10193982" y="3681262"/>
                </a:lnTo>
                <a:lnTo>
                  <a:pt x="10193982" y="3286123"/>
                </a:lnTo>
                <a:lnTo>
                  <a:pt x="10051310" y="3286123"/>
                </a:lnTo>
                <a:lnTo>
                  <a:pt x="9901162" y="3483135"/>
                </a:lnTo>
                <a:lnTo>
                  <a:pt x="9901162" y="3286123"/>
                </a:lnTo>
                <a:close/>
                <a:moveTo>
                  <a:pt x="8314208" y="3286123"/>
                </a:moveTo>
                <a:lnTo>
                  <a:pt x="8314208" y="3396629"/>
                </a:lnTo>
                <a:lnTo>
                  <a:pt x="8423969" y="3396629"/>
                </a:lnTo>
                <a:lnTo>
                  <a:pt x="8423969" y="3681262"/>
                </a:lnTo>
                <a:lnTo>
                  <a:pt x="8575774" y="3681262"/>
                </a:lnTo>
                <a:lnTo>
                  <a:pt x="8575774" y="3396629"/>
                </a:lnTo>
                <a:lnTo>
                  <a:pt x="8685534" y="3396629"/>
                </a:lnTo>
                <a:lnTo>
                  <a:pt x="8685534" y="3286123"/>
                </a:lnTo>
                <a:close/>
                <a:moveTo>
                  <a:pt x="7338566" y="3286123"/>
                </a:moveTo>
                <a:lnTo>
                  <a:pt x="7338566" y="3681262"/>
                </a:lnTo>
                <a:lnTo>
                  <a:pt x="7482749" y="3681262"/>
                </a:lnTo>
                <a:lnTo>
                  <a:pt x="7631385" y="3486861"/>
                </a:lnTo>
                <a:lnTo>
                  <a:pt x="7631385" y="3681262"/>
                </a:lnTo>
                <a:lnTo>
                  <a:pt x="7774632" y="3681262"/>
                </a:lnTo>
                <a:lnTo>
                  <a:pt x="7774632" y="3286123"/>
                </a:lnTo>
                <a:lnTo>
                  <a:pt x="7631961" y="3286123"/>
                </a:lnTo>
                <a:lnTo>
                  <a:pt x="7481813" y="3483135"/>
                </a:lnTo>
                <a:lnTo>
                  <a:pt x="7481813" y="3286123"/>
                </a:lnTo>
                <a:close/>
                <a:moveTo>
                  <a:pt x="6151289" y="3286123"/>
                </a:moveTo>
                <a:lnTo>
                  <a:pt x="6383833" y="3286123"/>
                </a:lnTo>
                <a:lnTo>
                  <a:pt x="6383833" y="3681262"/>
                </a:lnTo>
                <a:lnTo>
                  <a:pt x="6232401" y="3681262"/>
                </a:lnTo>
                <a:lnTo>
                  <a:pt x="6232401" y="3527969"/>
                </a:lnTo>
                <a:lnTo>
                  <a:pt x="6226825" y="3527969"/>
                </a:lnTo>
                <a:cubicBezTo>
                  <a:pt x="6216163" y="3527969"/>
                  <a:pt x="6207796" y="3530885"/>
                  <a:pt x="6201722" y="3536716"/>
                </a:cubicBezTo>
                <a:cubicBezTo>
                  <a:pt x="6195649" y="3542547"/>
                  <a:pt x="6189514" y="3551419"/>
                  <a:pt x="6183316" y="3563333"/>
                </a:cubicBezTo>
                <a:lnTo>
                  <a:pt x="6122634" y="3681262"/>
                </a:lnTo>
                <a:lnTo>
                  <a:pt x="5954836" y="3681262"/>
                </a:lnTo>
                <a:lnTo>
                  <a:pt x="6013623" y="3567037"/>
                </a:lnTo>
                <a:cubicBezTo>
                  <a:pt x="6030987" y="3533054"/>
                  <a:pt x="6053807" y="3514451"/>
                  <a:pt x="6082084" y="3511226"/>
                </a:cubicBezTo>
                <a:cubicBezTo>
                  <a:pt x="6050086" y="3506257"/>
                  <a:pt x="6025716" y="3492903"/>
                  <a:pt x="6008972" y="3471162"/>
                </a:cubicBezTo>
                <a:cubicBezTo>
                  <a:pt x="5992229" y="3449421"/>
                  <a:pt x="5983858" y="3425630"/>
                  <a:pt x="5983858" y="3399791"/>
                </a:cubicBezTo>
                <a:cubicBezTo>
                  <a:pt x="5983858" y="3374199"/>
                  <a:pt x="5990245" y="3351528"/>
                  <a:pt x="6003019" y="3331778"/>
                </a:cubicBezTo>
                <a:cubicBezTo>
                  <a:pt x="6015794" y="3312027"/>
                  <a:pt x="6034398" y="3299480"/>
                  <a:pt x="6058830" y="3294138"/>
                </a:cubicBezTo>
                <a:cubicBezTo>
                  <a:pt x="6083262" y="3288795"/>
                  <a:pt x="6114082" y="3286123"/>
                  <a:pt x="6151289" y="3286123"/>
                </a:cubicBezTo>
                <a:close/>
                <a:moveTo>
                  <a:pt x="4957315" y="3286123"/>
                </a:moveTo>
                <a:lnTo>
                  <a:pt x="5109120" y="3286123"/>
                </a:lnTo>
                <a:lnTo>
                  <a:pt x="5109120" y="3421557"/>
                </a:lnTo>
                <a:lnTo>
                  <a:pt x="5246786" y="3421557"/>
                </a:lnTo>
                <a:lnTo>
                  <a:pt x="5246786" y="3286123"/>
                </a:lnTo>
                <a:lnTo>
                  <a:pt x="5398591" y="3286123"/>
                </a:lnTo>
                <a:lnTo>
                  <a:pt x="5398591" y="3681262"/>
                </a:lnTo>
                <a:lnTo>
                  <a:pt x="5246786" y="3681262"/>
                </a:lnTo>
                <a:lnTo>
                  <a:pt x="5246786" y="3532062"/>
                </a:lnTo>
                <a:lnTo>
                  <a:pt x="5109120" y="3532062"/>
                </a:lnTo>
                <a:lnTo>
                  <a:pt x="5109120" y="3681262"/>
                </a:lnTo>
                <a:lnTo>
                  <a:pt x="4957315" y="3681262"/>
                </a:lnTo>
                <a:close/>
                <a:moveTo>
                  <a:pt x="4485382" y="3286123"/>
                </a:moveTo>
                <a:lnTo>
                  <a:pt x="4729088" y="3286123"/>
                </a:lnTo>
                <a:cubicBezTo>
                  <a:pt x="4773240" y="3286123"/>
                  <a:pt x="4806912" y="3294574"/>
                  <a:pt x="4830104" y="3311477"/>
                </a:cubicBezTo>
                <a:cubicBezTo>
                  <a:pt x="4853296" y="3328379"/>
                  <a:pt x="4864893" y="3351990"/>
                  <a:pt x="4864893" y="3382309"/>
                </a:cubicBezTo>
                <a:cubicBezTo>
                  <a:pt x="4864893" y="3403684"/>
                  <a:pt x="4857327" y="3422264"/>
                  <a:pt x="4842197" y="3438047"/>
                </a:cubicBezTo>
                <a:cubicBezTo>
                  <a:pt x="4827066" y="3453831"/>
                  <a:pt x="4807470" y="3464332"/>
                  <a:pt x="4783409" y="3469548"/>
                </a:cubicBezTo>
                <a:lnTo>
                  <a:pt x="4783409" y="3471042"/>
                </a:lnTo>
                <a:cubicBezTo>
                  <a:pt x="4813424" y="3474019"/>
                  <a:pt x="4837297" y="3483941"/>
                  <a:pt x="4855033" y="3500808"/>
                </a:cubicBezTo>
                <a:cubicBezTo>
                  <a:pt x="4872769" y="3517675"/>
                  <a:pt x="4881636" y="3540248"/>
                  <a:pt x="4881636" y="3568525"/>
                </a:cubicBezTo>
                <a:cubicBezTo>
                  <a:pt x="4881636" y="3606228"/>
                  <a:pt x="4869234" y="3634443"/>
                  <a:pt x="4844429" y="3653171"/>
                </a:cubicBezTo>
                <a:cubicBezTo>
                  <a:pt x="4819624" y="3671898"/>
                  <a:pt x="4775100" y="3681262"/>
                  <a:pt x="4710856" y="3681262"/>
                </a:cubicBezTo>
                <a:lnTo>
                  <a:pt x="4485382" y="3681262"/>
                </a:lnTo>
                <a:close/>
                <a:moveTo>
                  <a:pt x="3957191" y="3286123"/>
                </a:moveTo>
                <a:lnTo>
                  <a:pt x="4100438" y="3286123"/>
                </a:lnTo>
                <a:lnTo>
                  <a:pt x="4100438" y="3483135"/>
                </a:lnTo>
                <a:lnTo>
                  <a:pt x="4250585" y="3286123"/>
                </a:lnTo>
                <a:lnTo>
                  <a:pt x="4393257" y="3286123"/>
                </a:lnTo>
                <a:lnTo>
                  <a:pt x="4393257" y="3681262"/>
                </a:lnTo>
                <a:lnTo>
                  <a:pt x="4250010" y="3681262"/>
                </a:lnTo>
                <a:lnTo>
                  <a:pt x="4250010" y="3486861"/>
                </a:lnTo>
                <a:lnTo>
                  <a:pt x="4101374" y="3681262"/>
                </a:lnTo>
                <a:lnTo>
                  <a:pt x="3957191" y="3681262"/>
                </a:lnTo>
                <a:close/>
                <a:moveTo>
                  <a:pt x="3523134" y="3286123"/>
                </a:moveTo>
                <a:lnTo>
                  <a:pt x="3894460" y="3286123"/>
                </a:lnTo>
                <a:lnTo>
                  <a:pt x="3894460" y="3396629"/>
                </a:lnTo>
                <a:lnTo>
                  <a:pt x="3784699" y="3396629"/>
                </a:lnTo>
                <a:lnTo>
                  <a:pt x="3784699" y="3681262"/>
                </a:lnTo>
                <a:lnTo>
                  <a:pt x="3632894" y="3681262"/>
                </a:lnTo>
                <a:lnTo>
                  <a:pt x="3632894" y="3396629"/>
                </a:lnTo>
                <a:lnTo>
                  <a:pt x="3523134" y="3396629"/>
                </a:lnTo>
                <a:close/>
                <a:moveTo>
                  <a:pt x="1132359" y="3286123"/>
                </a:moveTo>
                <a:lnTo>
                  <a:pt x="1503685" y="3286123"/>
                </a:lnTo>
                <a:lnTo>
                  <a:pt x="1503685" y="3396629"/>
                </a:lnTo>
                <a:lnTo>
                  <a:pt x="1393924" y="3396629"/>
                </a:lnTo>
                <a:lnTo>
                  <a:pt x="1393924" y="3681262"/>
                </a:lnTo>
                <a:lnTo>
                  <a:pt x="1242120" y="3681262"/>
                </a:lnTo>
                <a:lnTo>
                  <a:pt x="1242120" y="3396629"/>
                </a:lnTo>
                <a:lnTo>
                  <a:pt x="1132359" y="3396629"/>
                </a:lnTo>
                <a:close/>
                <a:moveTo>
                  <a:pt x="632966" y="3286123"/>
                </a:moveTo>
                <a:lnTo>
                  <a:pt x="784771" y="3286123"/>
                </a:lnTo>
                <a:lnTo>
                  <a:pt x="784771" y="3421557"/>
                </a:lnTo>
                <a:lnTo>
                  <a:pt x="922437" y="3421557"/>
                </a:lnTo>
                <a:lnTo>
                  <a:pt x="922437" y="3286123"/>
                </a:lnTo>
                <a:lnTo>
                  <a:pt x="1074241" y="3286123"/>
                </a:lnTo>
                <a:lnTo>
                  <a:pt x="1074241" y="3681262"/>
                </a:lnTo>
                <a:lnTo>
                  <a:pt x="922437" y="3681262"/>
                </a:lnTo>
                <a:lnTo>
                  <a:pt x="922437" y="3532062"/>
                </a:lnTo>
                <a:lnTo>
                  <a:pt x="784771" y="3532062"/>
                </a:lnTo>
                <a:lnTo>
                  <a:pt x="784771" y="3681262"/>
                </a:lnTo>
                <a:lnTo>
                  <a:pt x="632966" y="3681262"/>
                </a:lnTo>
                <a:close/>
                <a:moveTo>
                  <a:pt x="8281243" y="3282031"/>
                </a:moveTo>
                <a:cubicBezTo>
                  <a:pt x="8240067" y="3282031"/>
                  <a:pt x="8209061" y="3282775"/>
                  <a:pt x="8188225" y="3284263"/>
                </a:cubicBezTo>
                <a:cubicBezTo>
                  <a:pt x="8167389" y="3285751"/>
                  <a:pt x="8150026" y="3289224"/>
                  <a:pt x="8136135" y="3294681"/>
                </a:cubicBezTo>
                <a:cubicBezTo>
                  <a:pt x="8122245" y="3300138"/>
                  <a:pt x="8110835" y="3308324"/>
                  <a:pt x="8101905" y="3319238"/>
                </a:cubicBezTo>
                <a:cubicBezTo>
                  <a:pt x="8092975" y="3330152"/>
                  <a:pt x="8082867" y="3347391"/>
                  <a:pt x="8071581" y="3370956"/>
                </a:cubicBezTo>
                <a:cubicBezTo>
                  <a:pt x="8060295" y="3394520"/>
                  <a:pt x="8051675" y="3409775"/>
                  <a:pt x="8045722" y="3416720"/>
                </a:cubicBezTo>
                <a:cubicBezTo>
                  <a:pt x="8039769" y="3423666"/>
                  <a:pt x="8030591" y="3427758"/>
                  <a:pt x="8018189" y="3428999"/>
                </a:cubicBezTo>
                <a:lnTo>
                  <a:pt x="8018189" y="3286123"/>
                </a:lnTo>
                <a:lnTo>
                  <a:pt x="7866757" y="3286123"/>
                </a:lnTo>
                <a:lnTo>
                  <a:pt x="7866757" y="3681262"/>
                </a:lnTo>
                <a:lnTo>
                  <a:pt x="8018189" y="3681262"/>
                </a:lnTo>
                <a:lnTo>
                  <a:pt x="8018189" y="3532806"/>
                </a:lnTo>
                <a:cubicBezTo>
                  <a:pt x="8031123" y="3532806"/>
                  <a:pt x="8042004" y="3535033"/>
                  <a:pt x="8050835" y="3539486"/>
                </a:cubicBezTo>
                <a:cubicBezTo>
                  <a:pt x="8059665" y="3543939"/>
                  <a:pt x="8068682" y="3554826"/>
                  <a:pt x="8077883" y="3572147"/>
                </a:cubicBezTo>
                <a:lnTo>
                  <a:pt x="8135641" y="3681262"/>
                </a:lnTo>
                <a:lnTo>
                  <a:pt x="8306544" y="3681262"/>
                </a:lnTo>
                <a:lnTo>
                  <a:pt x="8234734" y="3562572"/>
                </a:lnTo>
                <a:cubicBezTo>
                  <a:pt x="8211665" y="3524124"/>
                  <a:pt x="8194427" y="3501366"/>
                  <a:pt x="8183016" y="3494297"/>
                </a:cubicBezTo>
                <a:cubicBezTo>
                  <a:pt x="8171606" y="3487227"/>
                  <a:pt x="8155359" y="3482701"/>
                  <a:pt x="8134275" y="3480716"/>
                </a:cubicBezTo>
                <a:cubicBezTo>
                  <a:pt x="8145189" y="3478484"/>
                  <a:pt x="8153437" y="3474205"/>
                  <a:pt x="8159017" y="3467880"/>
                </a:cubicBezTo>
                <a:cubicBezTo>
                  <a:pt x="8164599" y="3461555"/>
                  <a:pt x="8171606" y="3450330"/>
                  <a:pt x="8180039" y="3434207"/>
                </a:cubicBezTo>
                <a:cubicBezTo>
                  <a:pt x="8188473" y="3418084"/>
                  <a:pt x="8195915" y="3407418"/>
                  <a:pt x="8202364" y="3402209"/>
                </a:cubicBezTo>
                <a:cubicBezTo>
                  <a:pt x="8208813" y="3397001"/>
                  <a:pt x="8217371" y="3393590"/>
                  <a:pt x="8228037" y="3391977"/>
                </a:cubicBezTo>
                <a:cubicBezTo>
                  <a:pt x="8238703" y="3390365"/>
                  <a:pt x="8254205" y="3389559"/>
                  <a:pt x="8274545" y="3389559"/>
                </a:cubicBezTo>
                <a:lnTo>
                  <a:pt x="8281243" y="3389559"/>
                </a:lnTo>
                <a:close/>
                <a:moveTo>
                  <a:pt x="3490168" y="3282031"/>
                </a:moveTo>
                <a:lnTo>
                  <a:pt x="3490168" y="3389559"/>
                </a:lnTo>
                <a:lnTo>
                  <a:pt x="3483471" y="3389559"/>
                </a:lnTo>
                <a:cubicBezTo>
                  <a:pt x="3463131" y="3389559"/>
                  <a:pt x="3447628" y="3390365"/>
                  <a:pt x="3436962" y="3391977"/>
                </a:cubicBezTo>
                <a:cubicBezTo>
                  <a:pt x="3426296" y="3393590"/>
                  <a:pt x="3417738" y="3397001"/>
                  <a:pt x="3411290" y="3402209"/>
                </a:cubicBezTo>
                <a:cubicBezTo>
                  <a:pt x="3404840" y="3407418"/>
                  <a:pt x="3397399" y="3418084"/>
                  <a:pt x="3388965" y="3434207"/>
                </a:cubicBezTo>
                <a:cubicBezTo>
                  <a:pt x="3380532" y="3450330"/>
                  <a:pt x="3373524" y="3461555"/>
                  <a:pt x="3367943" y="3467880"/>
                </a:cubicBezTo>
                <a:cubicBezTo>
                  <a:pt x="3362362" y="3474205"/>
                  <a:pt x="3354115" y="3478484"/>
                  <a:pt x="3343200" y="3480716"/>
                </a:cubicBezTo>
                <a:cubicBezTo>
                  <a:pt x="3364285" y="3482701"/>
                  <a:pt x="3380532" y="3487227"/>
                  <a:pt x="3391942" y="3494297"/>
                </a:cubicBezTo>
                <a:cubicBezTo>
                  <a:pt x="3403352" y="3501366"/>
                  <a:pt x="3420591" y="3524124"/>
                  <a:pt x="3443659" y="3562572"/>
                </a:cubicBezTo>
                <a:lnTo>
                  <a:pt x="3515469" y="3681262"/>
                </a:lnTo>
                <a:lnTo>
                  <a:pt x="3344567" y="3681262"/>
                </a:lnTo>
                <a:lnTo>
                  <a:pt x="3286809" y="3572147"/>
                </a:lnTo>
                <a:cubicBezTo>
                  <a:pt x="3277608" y="3554826"/>
                  <a:pt x="3268592" y="3543939"/>
                  <a:pt x="3259761" y="3539486"/>
                </a:cubicBezTo>
                <a:cubicBezTo>
                  <a:pt x="3250930" y="3535033"/>
                  <a:pt x="3240048" y="3532806"/>
                  <a:pt x="3227115" y="3532806"/>
                </a:cubicBezTo>
                <a:lnTo>
                  <a:pt x="3227115" y="3681262"/>
                </a:lnTo>
                <a:lnTo>
                  <a:pt x="3075682" y="3681262"/>
                </a:lnTo>
                <a:lnTo>
                  <a:pt x="3075682" y="3286123"/>
                </a:lnTo>
                <a:lnTo>
                  <a:pt x="3227115" y="3286123"/>
                </a:lnTo>
                <a:lnTo>
                  <a:pt x="3227115" y="3428999"/>
                </a:lnTo>
                <a:cubicBezTo>
                  <a:pt x="3239517" y="3427758"/>
                  <a:pt x="3248694" y="3423666"/>
                  <a:pt x="3254647" y="3416720"/>
                </a:cubicBezTo>
                <a:cubicBezTo>
                  <a:pt x="3260601" y="3409775"/>
                  <a:pt x="3269220" y="3394520"/>
                  <a:pt x="3280507" y="3370956"/>
                </a:cubicBezTo>
                <a:cubicBezTo>
                  <a:pt x="3291793" y="3347391"/>
                  <a:pt x="3301901" y="3330152"/>
                  <a:pt x="3310830" y="3319238"/>
                </a:cubicBezTo>
                <a:cubicBezTo>
                  <a:pt x="3319760" y="3308324"/>
                  <a:pt x="3331170" y="3300138"/>
                  <a:pt x="3345061" y="3294681"/>
                </a:cubicBezTo>
                <a:cubicBezTo>
                  <a:pt x="3358951" y="3289224"/>
                  <a:pt x="3376315" y="3285751"/>
                  <a:pt x="3397151" y="3284263"/>
                </a:cubicBezTo>
                <a:cubicBezTo>
                  <a:pt x="3417986" y="3282775"/>
                  <a:pt x="3448992" y="3282031"/>
                  <a:pt x="3490168" y="3282031"/>
                </a:cubicBezTo>
                <a:close/>
                <a:moveTo>
                  <a:pt x="11026601" y="3277194"/>
                </a:moveTo>
                <a:cubicBezTo>
                  <a:pt x="10998323" y="3277194"/>
                  <a:pt x="10972030" y="3279302"/>
                  <a:pt x="10947722" y="3283519"/>
                </a:cubicBezTo>
                <a:cubicBezTo>
                  <a:pt x="10923413" y="3287736"/>
                  <a:pt x="10904313" y="3293689"/>
                  <a:pt x="10890423" y="3301378"/>
                </a:cubicBezTo>
                <a:cubicBezTo>
                  <a:pt x="10871075" y="3312044"/>
                  <a:pt x="10856254" y="3324633"/>
                  <a:pt x="10845961" y="3339143"/>
                </a:cubicBezTo>
                <a:cubicBezTo>
                  <a:pt x="10835666" y="3353654"/>
                  <a:pt x="10827791" y="3373560"/>
                  <a:pt x="10822334" y="3398861"/>
                </a:cubicBezTo>
                <a:lnTo>
                  <a:pt x="10967070" y="3414116"/>
                </a:lnTo>
                <a:cubicBezTo>
                  <a:pt x="10973023" y="3397001"/>
                  <a:pt x="10980836" y="3385342"/>
                  <a:pt x="10990510" y="3379141"/>
                </a:cubicBezTo>
                <a:cubicBezTo>
                  <a:pt x="11002912" y="3371204"/>
                  <a:pt x="11021515" y="3367235"/>
                  <a:pt x="11046320" y="3367235"/>
                </a:cubicBezTo>
                <a:cubicBezTo>
                  <a:pt x="11065668" y="3367235"/>
                  <a:pt x="11079186" y="3370956"/>
                  <a:pt x="11086876" y="3378397"/>
                </a:cubicBezTo>
                <a:cubicBezTo>
                  <a:pt x="11094565" y="3385838"/>
                  <a:pt x="11098410" y="3398861"/>
                  <a:pt x="11098410" y="3417464"/>
                </a:cubicBezTo>
                <a:cubicBezTo>
                  <a:pt x="11079558" y="3424906"/>
                  <a:pt x="11061699" y="3430921"/>
                  <a:pt x="11044832" y="3435510"/>
                </a:cubicBezTo>
                <a:cubicBezTo>
                  <a:pt x="11027965" y="3440099"/>
                  <a:pt x="10991130" y="3448098"/>
                  <a:pt x="10934327" y="3459508"/>
                </a:cubicBezTo>
                <a:cubicBezTo>
                  <a:pt x="10886950" y="3468934"/>
                  <a:pt x="10854455" y="3483321"/>
                  <a:pt x="10836845" y="3502668"/>
                </a:cubicBezTo>
                <a:cubicBezTo>
                  <a:pt x="10819233" y="3522016"/>
                  <a:pt x="10810428" y="3546697"/>
                  <a:pt x="10810428" y="3576710"/>
                </a:cubicBezTo>
                <a:cubicBezTo>
                  <a:pt x="10810428" y="3608708"/>
                  <a:pt x="10822643" y="3635622"/>
                  <a:pt x="10847077" y="3657450"/>
                </a:cubicBezTo>
                <a:cubicBezTo>
                  <a:pt x="10871509" y="3679278"/>
                  <a:pt x="10907289" y="3690192"/>
                  <a:pt x="10954419" y="3690192"/>
                </a:cubicBezTo>
                <a:cubicBezTo>
                  <a:pt x="10989889" y="3690192"/>
                  <a:pt x="11021020" y="3684735"/>
                  <a:pt x="11047809" y="3673821"/>
                </a:cubicBezTo>
                <a:cubicBezTo>
                  <a:pt x="11067404" y="3665635"/>
                  <a:pt x="11087124" y="3651993"/>
                  <a:pt x="11106968" y="3632893"/>
                </a:cubicBezTo>
                <a:cubicBezTo>
                  <a:pt x="11108704" y="3644303"/>
                  <a:pt x="11110440" y="3652675"/>
                  <a:pt x="11112177" y="3658008"/>
                </a:cubicBezTo>
                <a:cubicBezTo>
                  <a:pt x="11113913" y="3663341"/>
                  <a:pt x="11117634" y="3671092"/>
                  <a:pt x="11123339" y="3681262"/>
                </a:cubicBezTo>
                <a:lnTo>
                  <a:pt x="11265470" y="3681262"/>
                </a:lnTo>
                <a:cubicBezTo>
                  <a:pt x="11257532" y="3664891"/>
                  <a:pt x="11252385" y="3651435"/>
                  <a:pt x="11250029" y="3640893"/>
                </a:cubicBezTo>
                <a:cubicBezTo>
                  <a:pt x="11247672" y="3630351"/>
                  <a:pt x="11246494" y="3615778"/>
                  <a:pt x="11246494" y="3597174"/>
                </a:cubicBezTo>
                <a:lnTo>
                  <a:pt x="11246494" y="3422673"/>
                </a:lnTo>
                <a:cubicBezTo>
                  <a:pt x="11246494" y="3404070"/>
                  <a:pt x="11242774" y="3384536"/>
                  <a:pt x="11235332" y="3364072"/>
                </a:cubicBezTo>
                <a:cubicBezTo>
                  <a:pt x="11227891" y="3343608"/>
                  <a:pt x="11217720" y="3327795"/>
                  <a:pt x="11204822" y="3316633"/>
                </a:cubicBezTo>
                <a:cubicBezTo>
                  <a:pt x="11186467" y="3300510"/>
                  <a:pt x="11163523" y="3289906"/>
                  <a:pt x="11135989" y="3284821"/>
                </a:cubicBezTo>
                <a:cubicBezTo>
                  <a:pt x="11108456" y="3279736"/>
                  <a:pt x="11071993" y="3277194"/>
                  <a:pt x="11026601" y="3277194"/>
                </a:cubicBezTo>
                <a:close/>
                <a:moveTo>
                  <a:pt x="9517632" y="3277194"/>
                </a:moveTo>
                <a:cubicBezTo>
                  <a:pt x="9490843" y="3277194"/>
                  <a:pt x="9466411" y="3283023"/>
                  <a:pt x="9444335" y="3294681"/>
                </a:cubicBezTo>
                <a:cubicBezTo>
                  <a:pt x="9427963" y="3303363"/>
                  <a:pt x="9409980" y="3319982"/>
                  <a:pt x="9390384" y="3344539"/>
                </a:cubicBezTo>
                <a:lnTo>
                  <a:pt x="9390384" y="3286123"/>
                </a:lnTo>
                <a:lnTo>
                  <a:pt x="9248626" y="3286123"/>
                </a:lnTo>
                <a:lnTo>
                  <a:pt x="9248626" y="3831579"/>
                </a:lnTo>
                <a:lnTo>
                  <a:pt x="9401546" y="3831579"/>
                </a:lnTo>
                <a:lnTo>
                  <a:pt x="9401546" y="3642939"/>
                </a:lnTo>
                <a:cubicBezTo>
                  <a:pt x="9416678" y="3658566"/>
                  <a:pt x="9433854" y="3670348"/>
                  <a:pt x="9453078" y="3678286"/>
                </a:cubicBezTo>
                <a:cubicBezTo>
                  <a:pt x="9472302" y="3686223"/>
                  <a:pt x="9493572" y="3690192"/>
                  <a:pt x="9516888" y="3690192"/>
                </a:cubicBezTo>
                <a:cubicBezTo>
                  <a:pt x="9565009" y="3690192"/>
                  <a:pt x="9604821" y="3672891"/>
                  <a:pt x="9636323" y="3638288"/>
                </a:cubicBezTo>
                <a:cubicBezTo>
                  <a:pt x="9667826" y="3603686"/>
                  <a:pt x="9683576" y="3553518"/>
                  <a:pt x="9683576" y="3487786"/>
                </a:cubicBezTo>
                <a:cubicBezTo>
                  <a:pt x="9683576" y="3428254"/>
                  <a:pt x="9669128" y="3378273"/>
                  <a:pt x="9640230" y="3337841"/>
                </a:cubicBezTo>
                <a:cubicBezTo>
                  <a:pt x="9611332" y="3297410"/>
                  <a:pt x="9570466" y="3277194"/>
                  <a:pt x="9517632" y="3277194"/>
                </a:cubicBezTo>
                <a:close/>
                <a:moveTo>
                  <a:pt x="8950300" y="3277194"/>
                </a:moveTo>
                <a:cubicBezTo>
                  <a:pt x="8881095" y="3277194"/>
                  <a:pt x="8826153" y="3296728"/>
                  <a:pt x="8785472" y="3335795"/>
                </a:cubicBezTo>
                <a:cubicBezTo>
                  <a:pt x="8744792" y="3374862"/>
                  <a:pt x="8724453" y="3424534"/>
                  <a:pt x="8724453" y="3484809"/>
                </a:cubicBezTo>
                <a:cubicBezTo>
                  <a:pt x="8724453" y="3549549"/>
                  <a:pt x="8748513" y="3601887"/>
                  <a:pt x="8796635" y="3641823"/>
                </a:cubicBezTo>
                <a:cubicBezTo>
                  <a:pt x="8835826" y="3674069"/>
                  <a:pt x="8887172" y="3690192"/>
                  <a:pt x="8950672" y="3690192"/>
                </a:cubicBezTo>
                <a:cubicBezTo>
                  <a:pt x="9021861" y="3690192"/>
                  <a:pt x="9077609" y="3670782"/>
                  <a:pt x="9117917" y="3631963"/>
                </a:cubicBezTo>
                <a:cubicBezTo>
                  <a:pt x="9158225" y="3593144"/>
                  <a:pt x="9178379" y="3543348"/>
                  <a:pt x="9178379" y="3482577"/>
                </a:cubicBezTo>
                <a:cubicBezTo>
                  <a:pt x="9178379" y="3428502"/>
                  <a:pt x="9162132" y="3382986"/>
                  <a:pt x="9129637" y="3346027"/>
                </a:cubicBezTo>
                <a:cubicBezTo>
                  <a:pt x="9089206" y="3300138"/>
                  <a:pt x="9029426" y="3277194"/>
                  <a:pt x="8950300" y="3277194"/>
                </a:cubicBezTo>
                <a:close/>
                <a:moveTo>
                  <a:pt x="5692601" y="3277194"/>
                </a:moveTo>
                <a:cubicBezTo>
                  <a:pt x="5737994" y="3277194"/>
                  <a:pt x="5774456" y="3279736"/>
                  <a:pt x="5801990" y="3284821"/>
                </a:cubicBezTo>
                <a:cubicBezTo>
                  <a:pt x="5829523" y="3289906"/>
                  <a:pt x="5852467" y="3300510"/>
                  <a:pt x="5870823" y="3316633"/>
                </a:cubicBezTo>
                <a:cubicBezTo>
                  <a:pt x="5883721" y="3327795"/>
                  <a:pt x="5893891" y="3343608"/>
                  <a:pt x="5901332" y="3364072"/>
                </a:cubicBezTo>
                <a:cubicBezTo>
                  <a:pt x="5908774" y="3384536"/>
                  <a:pt x="5912495" y="3404070"/>
                  <a:pt x="5912495" y="3422673"/>
                </a:cubicBezTo>
                <a:lnTo>
                  <a:pt x="5912495" y="3597174"/>
                </a:lnTo>
                <a:cubicBezTo>
                  <a:pt x="5912495" y="3615778"/>
                  <a:pt x="5913673" y="3630351"/>
                  <a:pt x="5916029" y="3640893"/>
                </a:cubicBezTo>
                <a:cubicBezTo>
                  <a:pt x="5918385" y="3651435"/>
                  <a:pt x="5923533" y="3664891"/>
                  <a:pt x="5931470" y="3681262"/>
                </a:cubicBezTo>
                <a:lnTo>
                  <a:pt x="5789339" y="3681262"/>
                </a:lnTo>
                <a:cubicBezTo>
                  <a:pt x="5783634" y="3671092"/>
                  <a:pt x="5779914" y="3663341"/>
                  <a:pt x="5778177" y="3658008"/>
                </a:cubicBezTo>
                <a:cubicBezTo>
                  <a:pt x="5776441" y="3652675"/>
                  <a:pt x="5774705" y="3644303"/>
                  <a:pt x="5772968" y="3632893"/>
                </a:cubicBezTo>
                <a:cubicBezTo>
                  <a:pt x="5753125" y="3651993"/>
                  <a:pt x="5733405" y="3665635"/>
                  <a:pt x="5713809" y="3673821"/>
                </a:cubicBezTo>
                <a:cubicBezTo>
                  <a:pt x="5687020" y="3684735"/>
                  <a:pt x="5655890" y="3690192"/>
                  <a:pt x="5620419" y="3690192"/>
                </a:cubicBezTo>
                <a:cubicBezTo>
                  <a:pt x="5573290" y="3690192"/>
                  <a:pt x="5537510" y="3679278"/>
                  <a:pt x="5513077" y="3657450"/>
                </a:cubicBezTo>
                <a:cubicBezTo>
                  <a:pt x="5488644" y="3635622"/>
                  <a:pt x="5476428" y="3608708"/>
                  <a:pt x="5476428" y="3576710"/>
                </a:cubicBezTo>
                <a:cubicBezTo>
                  <a:pt x="5476428" y="3546697"/>
                  <a:pt x="5485234" y="3522016"/>
                  <a:pt x="5502845" y="3502668"/>
                </a:cubicBezTo>
                <a:cubicBezTo>
                  <a:pt x="5520456" y="3483321"/>
                  <a:pt x="5552951" y="3468934"/>
                  <a:pt x="5600328" y="3459508"/>
                </a:cubicBezTo>
                <a:cubicBezTo>
                  <a:pt x="5657130" y="3448098"/>
                  <a:pt x="5693965" y="3440099"/>
                  <a:pt x="5710832" y="3435510"/>
                </a:cubicBezTo>
                <a:cubicBezTo>
                  <a:pt x="5727699" y="3430921"/>
                  <a:pt x="5745559" y="3424906"/>
                  <a:pt x="5764411" y="3417464"/>
                </a:cubicBezTo>
                <a:cubicBezTo>
                  <a:pt x="5764411" y="3398861"/>
                  <a:pt x="5760566" y="3385838"/>
                  <a:pt x="5752876" y="3378397"/>
                </a:cubicBezTo>
                <a:cubicBezTo>
                  <a:pt x="5745187" y="3370956"/>
                  <a:pt x="5731668" y="3367235"/>
                  <a:pt x="5712321" y="3367235"/>
                </a:cubicBezTo>
                <a:cubicBezTo>
                  <a:pt x="5687516" y="3367235"/>
                  <a:pt x="5668913" y="3371204"/>
                  <a:pt x="5656510" y="3379141"/>
                </a:cubicBezTo>
                <a:cubicBezTo>
                  <a:pt x="5646836" y="3385342"/>
                  <a:pt x="5639023" y="3397001"/>
                  <a:pt x="5633070" y="3414116"/>
                </a:cubicBezTo>
                <a:lnTo>
                  <a:pt x="5488334" y="3398861"/>
                </a:lnTo>
                <a:cubicBezTo>
                  <a:pt x="5493792" y="3373560"/>
                  <a:pt x="5501667" y="3353654"/>
                  <a:pt x="5511961" y="3339143"/>
                </a:cubicBezTo>
                <a:cubicBezTo>
                  <a:pt x="5522255" y="3324633"/>
                  <a:pt x="5537076" y="3312044"/>
                  <a:pt x="5556423" y="3301378"/>
                </a:cubicBezTo>
                <a:cubicBezTo>
                  <a:pt x="5570314" y="3293689"/>
                  <a:pt x="5589414" y="3287736"/>
                  <a:pt x="5613722" y="3283519"/>
                </a:cubicBezTo>
                <a:cubicBezTo>
                  <a:pt x="5638030" y="3279302"/>
                  <a:pt x="5664324" y="3277194"/>
                  <a:pt x="5692601" y="3277194"/>
                </a:cubicBezTo>
                <a:close/>
                <a:moveTo>
                  <a:pt x="2768426" y="3277194"/>
                </a:moveTo>
                <a:cubicBezTo>
                  <a:pt x="2813819" y="3277194"/>
                  <a:pt x="2850282" y="3279736"/>
                  <a:pt x="2877815" y="3284821"/>
                </a:cubicBezTo>
                <a:cubicBezTo>
                  <a:pt x="2905348" y="3289906"/>
                  <a:pt x="2928292" y="3300510"/>
                  <a:pt x="2946648" y="3316633"/>
                </a:cubicBezTo>
                <a:cubicBezTo>
                  <a:pt x="2959546" y="3327795"/>
                  <a:pt x="2969716" y="3343608"/>
                  <a:pt x="2977158" y="3364072"/>
                </a:cubicBezTo>
                <a:cubicBezTo>
                  <a:pt x="2984599" y="3384536"/>
                  <a:pt x="2988320" y="3404070"/>
                  <a:pt x="2988320" y="3422673"/>
                </a:cubicBezTo>
                <a:lnTo>
                  <a:pt x="2988320" y="3597174"/>
                </a:lnTo>
                <a:cubicBezTo>
                  <a:pt x="2988320" y="3615778"/>
                  <a:pt x="2989498" y="3630351"/>
                  <a:pt x="2991855" y="3640893"/>
                </a:cubicBezTo>
                <a:cubicBezTo>
                  <a:pt x="2994211" y="3651435"/>
                  <a:pt x="2999358" y="3664891"/>
                  <a:pt x="3007295" y="3681262"/>
                </a:cubicBezTo>
                <a:lnTo>
                  <a:pt x="2865165" y="3681262"/>
                </a:lnTo>
                <a:cubicBezTo>
                  <a:pt x="2859459" y="3671092"/>
                  <a:pt x="2855739" y="3663341"/>
                  <a:pt x="2854003" y="3658008"/>
                </a:cubicBezTo>
                <a:cubicBezTo>
                  <a:pt x="2852266" y="3652675"/>
                  <a:pt x="2850530" y="3644303"/>
                  <a:pt x="2848794" y="3632893"/>
                </a:cubicBezTo>
                <a:cubicBezTo>
                  <a:pt x="2828950" y="3651993"/>
                  <a:pt x="2809230" y="3665635"/>
                  <a:pt x="2789634" y="3673821"/>
                </a:cubicBezTo>
                <a:cubicBezTo>
                  <a:pt x="2762845" y="3684735"/>
                  <a:pt x="2731715" y="3690192"/>
                  <a:pt x="2696244" y="3690192"/>
                </a:cubicBezTo>
                <a:cubicBezTo>
                  <a:pt x="2649116" y="3690192"/>
                  <a:pt x="2613335" y="3679278"/>
                  <a:pt x="2588903" y="3657450"/>
                </a:cubicBezTo>
                <a:cubicBezTo>
                  <a:pt x="2564469" y="3635622"/>
                  <a:pt x="2552254" y="3608708"/>
                  <a:pt x="2552254" y="3576710"/>
                </a:cubicBezTo>
                <a:cubicBezTo>
                  <a:pt x="2552254" y="3546697"/>
                  <a:pt x="2561059" y="3522016"/>
                  <a:pt x="2578670" y="3502668"/>
                </a:cubicBezTo>
                <a:cubicBezTo>
                  <a:pt x="2596282" y="3483321"/>
                  <a:pt x="2628776" y="3468934"/>
                  <a:pt x="2676153" y="3459508"/>
                </a:cubicBezTo>
                <a:cubicBezTo>
                  <a:pt x="2732956" y="3448098"/>
                  <a:pt x="2769790" y="3440099"/>
                  <a:pt x="2786658" y="3435510"/>
                </a:cubicBezTo>
                <a:cubicBezTo>
                  <a:pt x="2803525" y="3430921"/>
                  <a:pt x="2821384" y="3424906"/>
                  <a:pt x="2840236" y="3417464"/>
                </a:cubicBezTo>
                <a:cubicBezTo>
                  <a:pt x="2840236" y="3398861"/>
                  <a:pt x="2836391" y="3385838"/>
                  <a:pt x="2828702" y="3378397"/>
                </a:cubicBezTo>
                <a:cubicBezTo>
                  <a:pt x="2821012" y="3370956"/>
                  <a:pt x="2807494" y="3367235"/>
                  <a:pt x="2788146" y="3367235"/>
                </a:cubicBezTo>
                <a:cubicBezTo>
                  <a:pt x="2763341" y="3367235"/>
                  <a:pt x="2744738" y="3371204"/>
                  <a:pt x="2732336" y="3379141"/>
                </a:cubicBezTo>
                <a:cubicBezTo>
                  <a:pt x="2722662" y="3385342"/>
                  <a:pt x="2714848" y="3397001"/>
                  <a:pt x="2708895" y="3414116"/>
                </a:cubicBezTo>
                <a:lnTo>
                  <a:pt x="2564160" y="3398861"/>
                </a:lnTo>
                <a:cubicBezTo>
                  <a:pt x="2569617" y="3373560"/>
                  <a:pt x="2577492" y="3353654"/>
                  <a:pt x="2587786" y="3339143"/>
                </a:cubicBezTo>
                <a:cubicBezTo>
                  <a:pt x="2598080" y="3324633"/>
                  <a:pt x="2612901" y="3312044"/>
                  <a:pt x="2632249" y="3301378"/>
                </a:cubicBezTo>
                <a:cubicBezTo>
                  <a:pt x="2646139" y="3293689"/>
                  <a:pt x="2665239" y="3287736"/>
                  <a:pt x="2689547" y="3283519"/>
                </a:cubicBezTo>
                <a:cubicBezTo>
                  <a:pt x="2713856" y="3279302"/>
                  <a:pt x="2740149" y="3277194"/>
                  <a:pt x="2768426" y="3277194"/>
                </a:cubicBezTo>
                <a:close/>
                <a:moveTo>
                  <a:pt x="2335783" y="3277194"/>
                </a:moveTo>
                <a:cubicBezTo>
                  <a:pt x="2388617" y="3277194"/>
                  <a:pt x="2429483" y="3297410"/>
                  <a:pt x="2458380" y="3337841"/>
                </a:cubicBezTo>
                <a:cubicBezTo>
                  <a:pt x="2487278" y="3378273"/>
                  <a:pt x="2501726" y="3428254"/>
                  <a:pt x="2501726" y="3487786"/>
                </a:cubicBezTo>
                <a:cubicBezTo>
                  <a:pt x="2501726" y="3553518"/>
                  <a:pt x="2485975" y="3603686"/>
                  <a:pt x="2454474" y="3638288"/>
                </a:cubicBezTo>
                <a:cubicBezTo>
                  <a:pt x="2422972" y="3672891"/>
                  <a:pt x="2383160" y="3690192"/>
                  <a:pt x="2335038" y="3690192"/>
                </a:cubicBezTo>
                <a:cubicBezTo>
                  <a:pt x="2311722" y="3690192"/>
                  <a:pt x="2290452" y="3686223"/>
                  <a:pt x="2271229" y="3678286"/>
                </a:cubicBezTo>
                <a:cubicBezTo>
                  <a:pt x="2252005" y="3670348"/>
                  <a:pt x="2234828" y="3658566"/>
                  <a:pt x="2219697" y="3642939"/>
                </a:cubicBezTo>
                <a:lnTo>
                  <a:pt x="2219697" y="3831579"/>
                </a:lnTo>
                <a:lnTo>
                  <a:pt x="2066776" y="3831579"/>
                </a:lnTo>
                <a:lnTo>
                  <a:pt x="2066776" y="3286123"/>
                </a:lnTo>
                <a:lnTo>
                  <a:pt x="2208535" y="3286123"/>
                </a:lnTo>
                <a:lnTo>
                  <a:pt x="2208535" y="3344539"/>
                </a:lnTo>
                <a:cubicBezTo>
                  <a:pt x="2228131" y="3319982"/>
                  <a:pt x="2246114" y="3303363"/>
                  <a:pt x="2262485" y="3294681"/>
                </a:cubicBezTo>
                <a:cubicBezTo>
                  <a:pt x="2284561" y="3283023"/>
                  <a:pt x="2308994" y="3277194"/>
                  <a:pt x="2335783" y="3277194"/>
                </a:cubicBezTo>
                <a:close/>
                <a:moveTo>
                  <a:pt x="1765474" y="3277194"/>
                </a:moveTo>
                <a:cubicBezTo>
                  <a:pt x="1822028" y="3277194"/>
                  <a:pt x="1866677" y="3285751"/>
                  <a:pt x="1899419" y="3302867"/>
                </a:cubicBezTo>
                <a:cubicBezTo>
                  <a:pt x="1932161" y="3319982"/>
                  <a:pt x="1957090" y="3344787"/>
                  <a:pt x="1974205" y="3377281"/>
                </a:cubicBezTo>
                <a:cubicBezTo>
                  <a:pt x="1991320" y="3409775"/>
                  <a:pt x="1999878" y="3452067"/>
                  <a:pt x="1999878" y="3504157"/>
                </a:cubicBezTo>
                <a:lnTo>
                  <a:pt x="1999878" y="3521272"/>
                </a:lnTo>
                <a:lnTo>
                  <a:pt x="1696268" y="3521272"/>
                </a:lnTo>
                <a:cubicBezTo>
                  <a:pt x="1698997" y="3545580"/>
                  <a:pt x="1705570" y="3563688"/>
                  <a:pt x="1715988" y="3575594"/>
                </a:cubicBezTo>
                <a:cubicBezTo>
                  <a:pt x="1730623" y="3592709"/>
                  <a:pt x="1749723" y="3601267"/>
                  <a:pt x="1773287" y="3601267"/>
                </a:cubicBezTo>
                <a:cubicBezTo>
                  <a:pt x="1788170" y="3601267"/>
                  <a:pt x="1802308" y="3597546"/>
                  <a:pt x="1815703" y="3590105"/>
                </a:cubicBezTo>
                <a:cubicBezTo>
                  <a:pt x="1823889" y="3585392"/>
                  <a:pt x="1832694" y="3577082"/>
                  <a:pt x="1842120" y="3565176"/>
                </a:cubicBezTo>
                <a:lnTo>
                  <a:pt x="1991320" y="3578943"/>
                </a:lnTo>
                <a:cubicBezTo>
                  <a:pt x="1968500" y="3618630"/>
                  <a:pt x="1940967" y="3647094"/>
                  <a:pt x="1908721" y="3664333"/>
                </a:cubicBezTo>
                <a:cubicBezTo>
                  <a:pt x="1876475" y="3681572"/>
                  <a:pt x="1830214" y="3690192"/>
                  <a:pt x="1769938" y="3690192"/>
                </a:cubicBezTo>
                <a:cubicBezTo>
                  <a:pt x="1717601" y="3690192"/>
                  <a:pt x="1676425" y="3682812"/>
                  <a:pt x="1646411" y="3668054"/>
                </a:cubicBezTo>
                <a:cubicBezTo>
                  <a:pt x="1616398" y="3653295"/>
                  <a:pt x="1591530" y="3629854"/>
                  <a:pt x="1571811" y="3597732"/>
                </a:cubicBezTo>
                <a:cubicBezTo>
                  <a:pt x="1552091" y="3565610"/>
                  <a:pt x="1542231" y="3527845"/>
                  <a:pt x="1542231" y="3484437"/>
                </a:cubicBezTo>
                <a:cubicBezTo>
                  <a:pt x="1542231" y="3422673"/>
                  <a:pt x="1562013" y="3372692"/>
                  <a:pt x="1601577" y="3334493"/>
                </a:cubicBezTo>
                <a:cubicBezTo>
                  <a:pt x="1641140" y="3296294"/>
                  <a:pt x="1695772" y="3277194"/>
                  <a:pt x="1765474" y="3277194"/>
                </a:cubicBezTo>
                <a:close/>
                <a:moveTo>
                  <a:pt x="6923261" y="3246312"/>
                </a:moveTo>
                <a:lnTo>
                  <a:pt x="6997675" y="3246312"/>
                </a:lnTo>
                <a:cubicBezTo>
                  <a:pt x="7023223" y="3246312"/>
                  <a:pt x="7041145" y="3250777"/>
                  <a:pt x="7051439" y="3259706"/>
                </a:cubicBezTo>
                <a:cubicBezTo>
                  <a:pt x="7061733" y="3268636"/>
                  <a:pt x="7066880" y="3281039"/>
                  <a:pt x="7066880" y="3296914"/>
                </a:cubicBezTo>
                <a:cubicBezTo>
                  <a:pt x="7066880" y="3314029"/>
                  <a:pt x="7061733" y="3327113"/>
                  <a:pt x="7051439" y="3336167"/>
                </a:cubicBezTo>
                <a:cubicBezTo>
                  <a:pt x="7041145" y="3345221"/>
                  <a:pt x="7022851" y="3349747"/>
                  <a:pt x="6996559" y="3349747"/>
                </a:cubicBezTo>
                <a:lnTo>
                  <a:pt x="6923261" y="3349747"/>
                </a:lnTo>
                <a:close/>
                <a:moveTo>
                  <a:pt x="6753225" y="3135807"/>
                </a:moveTo>
                <a:lnTo>
                  <a:pt x="6753225" y="3681262"/>
                </a:lnTo>
                <a:lnTo>
                  <a:pt x="7044184" y="3681262"/>
                </a:lnTo>
                <a:cubicBezTo>
                  <a:pt x="7056586" y="3681262"/>
                  <a:pt x="7081763" y="3678782"/>
                  <a:pt x="7119714" y="3673821"/>
                </a:cubicBezTo>
                <a:cubicBezTo>
                  <a:pt x="7148239" y="3670100"/>
                  <a:pt x="7169571" y="3664147"/>
                  <a:pt x="7183710" y="3655961"/>
                </a:cubicBezTo>
                <a:cubicBezTo>
                  <a:pt x="7206530" y="3642815"/>
                  <a:pt x="7224513" y="3624956"/>
                  <a:pt x="7237660" y="3602383"/>
                </a:cubicBezTo>
                <a:cubicBezTo>
                  <a:pt x="7250806" y="3579811"/>
                  <a:pt x="7257380" y="3554386"/>
                  <a:pt x="7257380" y="3526109"/>
                </a:cubicBezTo>
                <a:cubicBezTo>
                  <a:pt x="7257380" y="3491382"/>
                  <a:pt x="7248140" y="3462547"/>
                  <a:pt x="7229661" y="3439603"/>
                </a:cubicBezTo>
                <a:cubicBezTo>
                  <a:pt x="7211181" y="3416658"/>
                  <a:pt x="7182346" y="3400473"/>
                  <a:pt x="7143154" y="3391048"/>
                </a:cubicBezTo>
                <a:cubicBezTo>
                  <a:pt x="7168951" y="3382118"/>
                  <a:pt x="7188547" y="3369964"/>
                  <a:pt x="7201941" y="3354584"/>
                </a:cubicBezTo>
                <a:cubicBezTo>
                  <a:pt x="7222033" y="3331516"/>
                  <a:pt x="7232079" y="3303859"/>
                  <a:pt x="7232079" y="3271613"/>
                </a:cubicBezTo>
                <a:cubicBezTo>
                  <a:pt x="7232079" y="3233165"/>
                  <a:pt x="7218002" y="3200920"/>
                  <a:pt x="7189849" y="3174875"/>
                </a:cubicBezTo>
                <a:cubicBezTo>
                  <a:pt x="7161696" y="3148830"/>
                  <a:pt x="7121327" y="3135807"/>
                  <a:pt x="7068740" y="3135807"/>
                </a:cubicBezTo>
                <a:close/>
                <a:moveTo>
                  <a:pt x="0" y="3135807"/>
                </a:moveTo>
                <a:lnTo>
                  <a:pt x="158874" y="3135807"/>
                </a:lnTo>
                <a:lnTo>
                  <a:pt x="158874" y="3437556"/>
                </a:lnTo>
                <a:lnTo>
                  <a:pt x="364012" y="3135807"/>
                </a:lnTo>
                <a:lnTo>
                  <a:pt x="521642" y="3135807"/>
                </a:lnTo>
                <a:lnTo>
                  <a:pt x="521642" y="3681262"/>
                </a:lnTo>
                <a:lnTo>
                  <a:pt x="363141" y="3681262"/>
                </a:lnTo>
                <a:lnTo>
                  <a:pt x="363141" y="3381746"/>
                </a:lnTo>
                <a:lnTo>
                  <a:pt x="159072" y="3681262"/>
                </a:lnTo>
                <a:lnTo>
                  <a:pt x="0" y="3681262"/>
                </a:lnTo>
                <a:close/>
                <a:moveTo>
                  <a:pt x="11409377" y="0"/>
                </a:moveTo>
                <a:lnTo>
                  <a:pt x="11409377" y="6857999"/>
                </a:lnTo>
                <a:lnTo>
                  <a:pt x="5313377" y="6857999"/>
                </a:lnTo>
                <a:cubicBezTo>
                  <a:pt x="5309144" y="5825066"/>
                  <a:pt x="6536810" y="4322233"/>
                  <a:pt x="6532577" y="3289300"/>
                </a:cubicBezTo>
                <a:lnTo>
                  <a:pt x="5313377" y="12700"/>
                </a:lnTo>
                <a:close/>
              </a:path>
            </a:pathLst>
          </a:custGeom>
        </p:spPr>
        <p:style>
          <a:lnRef idx="2">
            <a:schemeClr val="accent6"/>
          </a:lnRef>
          <a:fillRef idx="1">
            <a:schemeClr val="lt1"/>
          </a:fillRef>
          <a:effectRef idx="0">
            <a:schemeClr val="accent6"/>
          </a:effectRef>
          <a:fontRef idx="minor">
            <a:schemeClr val="dk1"/>
          </a:fontRef>
        </p:style>
        <p:txBody>
          <a:bodyPr wrap="square" rtlCol="0" anchor="ctr">
            <a:noAutofit/>
          </a:bodyPr>
          <a:lstStyle/>
          <a:p>
            <a:pPr algn="ctr"/>
            <a:endParaRPr lang="ru-RU">
              <a:solidFill>
                <a:schemeClr val="bg1"/>
              </a:solidFill>
            </a:endParaRPr>
          </a:p>
        </p:txBody>
      </p:sp>
    </p:spTree>
    <p:extLst>
      <p:ext uri="{BB962C8B-B14F-4D97-AF65-F5344CB8AC3E}">
        <p14:creationId xmlns:p14="http://schemas.microsoft.com/office/powerpoint/2010/main" val="304157739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1">
            <a:lumMod val="75000"/>
          </a:schemeClr>
        </a:solidFill>
        <a:effectLst/>
      </p:bgPr>
    </p:bg>
    <p:spTree>
      <p:nvGrpSpPr>
        <p:cNvPr id="1" name=""/>
        <p:cNvGrpSpPr/>
        <p:nvPr/>
      </p:nvGrpSpPr>
      <p:grpSpPr>
        <a:xfrm>
          <a:off x="0" y="0"/>
          <a:ext cx="0" cy="0"/>
          <a:chOff x="0" y="0"/>
          <a:chExt cx="0" cy="0"/>
        </a:xfrm>
      </p:grpSpPr>
      <p:sp>
        <p:nvSpPr>
          <p:cNvPr id="6" name="Прямоугольник: скругленные углы 5">
            <a:extLst>
              <a:ext uri="{FF2B5EF4-FFF2-40B4-BE49-F238E27FC236}">
                <a16:creationId xmlns:a16="http://schemas.microsoft.com/office/drawing/2014/main" id="{EF62E839-01A7-FC6D-741A-CF889881A95D}"/>
              </a:ext>
            </a:extLst>
          </p:cNvPr>
          <p:cNvSpPr/>
          <p:nvPr/>
        </p:nvSpPr>
        <p:spPr>
          <a:xfrm>
            <a:off x="326569" y="2470528"/>
            <a:ext cx="9753602" cy="1916944"/>
          </a:xfrm>
          <a:prstGeom prst="round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 name="TextBox 2">
            <a:extLst>
              <a:ext uri="{FF2B5EF4-FFF2-40B4-BE49-F238E27FC236}">
                <a16:creationId xmlns:a16="http://schemas.microsoft.com/office/drawing/2014/main" id="{B5833883-3774-DC48-A71D-6AD8DB8C3CB4}"/>
              </a:ext>
            </a:extLst>
          </p:cNvPr>
          <p:cNvSpPr txBox="1"/>
          <p:nvPr/>
        </p:nvSpPr>
        <p:spPr>
          <a:xfrm>
            <a:off x="4365172" y="109248"/>
            <a:ext cx="6096000" cy="830997"/>
          </a:xfrm>
          <a:prstGeom prst="rect">
            <a:avLst/>
          </a:prstGeom>
          <a:noFill/>
        </p:spPr>
        <p:txBody>
          <a:bodyPr wrap="square">
            <a:spAutoFit/>
          </a:bodyPr>
          <a:lstStyle/>
          <a:p>
            <a:r>
              <a:rPr lang="en-GB" sz="4800" b="1" dirty="0">
                <a:solidFill>
                  <a:schemeClr val="bg1"/>
                </a:solidFill>
                <a:latin typeface="Aharoni" panose="02010803020104030203" pitchFamily="2" charset="-79"/>
                <a:cs typeface="Aharoni" panose="02010803020104030203" pitchFamily="2" charset="-79"/>
              </a:rPr>
              <a:t>1.1 HTML</a:t>
            </a:r>
            <a:endParaRPr lang="ru-RU" sz="4800" b="1" dirty="0">
              <a:solidFill>
                <a:schemeClr val="bg1"/>
              </a:solidFill>
              <a:cs typeface="Aharoni" panose="02010803020104030203" pitchFamily="2" charset="-79"/>
            </a:endParaRPr>
          </a:p>
        </p:txBody>
      </p:sp>
      <p:sp>
        <p:nvSpPr>
          <p:cNvPr id="5" name="TextBox 4">
            <a:extLst>
              <a:ext uri="{FF2B5EF4-FFF2-40B4-BE49-F238E27FC236}">
                <a16:creationId xmlns:a16="http://schemas.microsoft.com/office/drawing/2014/main" id="{0C517C73-86E0-59D4-F5F3-785CDC7BE3C4}"/>
              </a:ext>
            </a:extLst>
          </p:cNvPr>
          <p:cNvSpPr txBox="1"/>
          <p:nvPr/>
        </p:nvSpPr>
        <p:spPr>
          <a:xfrm>
            <a:off x="424541" y="2644170"/>
            <a:ext cx="10951029" cy="1569660"/>
          </a:xfrm>
          <a:prstGeom prst="rect">
            <a:avLst/>
          </a:prstGeom>
          <a:noFill/>
        </p:spPr>
        <p:txBody>
          <a:bodyPr wrap="square">
            <a:spAutoFit/>
          </a:bodyPr>
          <a:lstStyle/>
          <a:p>
            <a:r>
              <a:rPr lang="ru-RU" sz="3200" b="1" dirty="0">
                <a:solidFill>
                  <a:schemeClr val="bg1"/>
                </a:solidFill>
                <a:latin typeface="Arial Black" panose="020B0A04020102020204" pitchFamily="34" charset="0"/>
                <a:cs typeface="Aharoni" panose="02010803020104030203" pitchFamily="2" charset="-79"/>
              </a:rPr>
              <a:t>HTML является основой любого веб-приложения, так как отвечает за структурирование контента. </a:t>
            </a:r>
          </a:p>
        </p:txBody>
      </p:sp>
      <p:pic>
        <p:nvPicPr>
          <p:cNvPr id="7" name="Рисунок 6">
            <a:extLst>
              <a:ext uri="{FF2B5EF4-FFF2-40B4-BE49-F238E27FC236}">
                <a16:creationId xmlns:a16="http://schemas.microsoft.com/office/drawing/2014/main" id="{52198CE9-7B2A-8E44-1B09-5580AA703066}"/>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3516" b="92969" l="10000" r="90000">
                        <a14:foregroundMark x1="25778" y1="39063" x2="33667" y2="19727"/>
                        <a14:foregroundMark x1="33667" y1="19727" x2="40444" y2="10352"/>
                        <a14:foregroundMark x1="40444" y1="10352" x2="47111" y2="8008"/>
                        <a14:foregroundMark x1="47111" y1="8008" x2="60111" y2="14648"/>
                        <a14:foregroundMark x1="60111" y1="14648" x2="65111" y2="19727"/>
                        <a14:foregroundMark x1="65111" y1="19727" x2="74556" y2="42188"/>
                        <a14:foregroundMark x1="74556" y1="42188" x2="74333" y2="57031"/>
                        <a14:foregroundMark x1="74333" y1="57031" x2="70667" y2="71680"/>
                        <a14:foregroundMark x1="70667" y1="71680" x2="63000" y2="88281"/>
                        <a14:foregroundMark x1="63000" y1="88281" x2="55667" y2="95703"/>
                        <a14:foregroundMark x1="47143" y1="94038" x2="42667" y2="93164"/>
                        <a14:foregroundMark x1="52079" y1="95003" x2="47544" y2="94117"/>
                        <a14:foregroundMark x1="55667" y1="95703" x2="54965" y2="95566"/>
                        <a14:foregroundMark x1="42667" y1="93164" x2="36667" y2="88477"/>
                        <a14:foregroundMark x1="36667" y1="88477" x2="32000" y2="81445"/>
                        <a14:foregroundMark x1="32000" y1="81445" x2="25111" y2="58008"/>
                        <a14:foregroundMark x1="25111" y1="58008" x2="24222" y2="46484"/>
                        <a14:foregroundMark x1="24222" y1="46484" x2="26778" y2="34961"/>
                        <a14:foregroundMark x1="45889" y1="6055" x2="51667" y2="6250"/>
                        <a14:foregroundMark x1="51667" y1="6250" x2="54667" y2="3516"/>
                        <a14:foregroundMark x1="40000" y1="38086" x2="45556" y2="33984"/>
                        <a14:foregroundMark x1="47333" y1="21484" x2="47333" y2="21484"/>
                        <a14:foregroundMark x1="43667" y1="23633" x2="43667" y2="23633"/>
                        <a14:foregroundMark x1="52111" y1="24609" x2="51889" y2="25391"/>
                        <a14:foregroundMark x1="58000" y1="21875" x2="57889" y2="24805"/>
                        <a14:backgroundMark x1="45444" y1="97852" x2="49111" y2="99805"/>
                        <a14:backgroundMark x1="55889" y1="98438" x2="54222" y2="97852"/>
                        <a14:backgroundMark x1="54778" y1="97852" x2="53111" y2="97852"/>
                      </a14:backgroundRemoval>
                    </a14:imgEffect>
                  </a14:imgLayer>
                </a14:imgProps>
              </a:ext>
            </a:extLst>
          </a:blip>
          <a:stretch>
            <a:fillRect/>
          </a:stretch>
        </p:blipFill>
        <p:spPr>
          <a:xfrm>
            <a:off x="8904515" y="224370"/>
            <a:ext cx="3795711" cy="2159337"/>
          </a:xfrm>
          <a:prstGeom prst="rect">
            <a:avLst/>
          </a:prstGeom>
        </p:spPr>
      </p:pic>
    </p:spTree>
    <p:extLst>
      <p:ext uri="{BB962C8B-B14F-4D97-AF65-F5344CB8AC3E}">
        <p14:creationId xmlns:p14="http://schemas.microsoft.com/office/powerpoint/2010/main" val="372056067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1">
            <a:lumMod val="75000"/>
          </a:schemeClr>
        </a:solidFill>
        <a:effectLst/>
      </p:bgPr>
    </p:bg>
    <p:spTree>
      <p:nvGrpSpPr>
        <p:cNvPr id="1" name="">
          <a:extLst>
            <a:ext uri="{FF2B5EF4-FFF2-40B4-BE49-F238E27FC236}">
              <a16:creationId xmlns:a16="http://schemas.microsoft.com/office/drawing/2014/main" id="{D585C9B8-1772-4452-26A0-9CBDC68A5DB3}"/>
            </a:ext>
          </a:extLst>
        </p:cNvPr>
        <p:cNvGrpSpPr/>
        <p:nvPr/>
      </p:nvGrpSpPr>
      <p:grpSpPr>
        <a:xfrm>
          <a:off x="0" y="0"/>
          <a:ext cx="0" cy="0"/>
          <a:chOff x="0" y="0"/>
          <a:chExt cx="0" cy="0"/>
        </a:xfrm>
      </p:grpSpPr>
      <p:pic>
        <p:nvPicPr>
          <p:cNvPr id="6" name="Рисунок 5">
            <a:extLst>
              <a:ext uri="{FF2B5EF4-FFF2-40B4-BE49-F238E27FC236}">
                <a16:creationId xmlns:a16="http://schemas.microsoft.com/office/drawing/2014/main" id="{350DA4C9-D683-306D-BCF5-F83099E6B2F5}"/>
              </a:ext>
            </a:extLst>
          </p:cNvPr>
          <p:cNvPicPr>
            <a:picLocks noChangeAspect="1"/>
          </p:cNvPicPr>
          <p:nvPr/>
        </p:nvPicPr>
        <p:blipFill>
          <a:blip r:embed="rId2"/>
          <a:stretch>
            <a:fillRect/>
          </a:stretch>
        </p:blipFill>
        <p:spPr>
          <a:xfrm>
            <a:off x="273897" y="2123357"/>
            <a:ext cx="9754445" cy="1920406"/>
          </a:xfrm>
          <a:prstGeom prst="rect">
            <a:avLst/>
          </a:prstGeom>
        </p:spPr>
      </p:pic>
      <p:sp>
        <p:nvSpPr>
          <p:cNvPr id="3" name="TextBox 2">
            <a:extLst>
              <a:ext uri="{FF2B5EF4-FFF2-40B4-BE49-F238E27FC236}">
                <a16:creationId xmlns:a16="http://schemas.microsoft.com/office/drawing/2014/main" id="{359F5E29-ED6D-3840-6F89-948A84D67845}"/>
              </a:ext>
            </a:extLst>
          </p:cNvPr>
          <p:cNvSpPr txBox="1"/>
          <p:nvPr/>
        </p:nvSpPr>
        <p:spPr>
          <a:xfrm>
            <a:off x="4622800" y="84574"/>
            <a:ext cx="6096000" cy="830997"/>
          </a:xfrm>
          <a:prstGeom prst="rect">
            <a:avLst/>
          </a:prstGeom>
          <a:noFill/>
        </p:spPr>
        <p:txBody>
          <a:bodyPr wrap="square">
            <a:spAutoFit/>
          </a:bodyPr>
          <a:lstStyle/>
          <a:p>
            <a:r>
              <a:rPr lang="en-GB" sz="4800" dirty="0">
                <a:solidFill>
                  <a:schemeClr val="bg1"/>
                </a:solidFill>
                <a:latin typeface="Aharoni" panose="02010803020104030203" pitchFamily="2" charset="-79"/>
                <a:cs typeface="Aharoni" panose="02010803020104030203" pitchFamily="2" charset="-79"/>
              </a:rPr>
              <a:t>1.2 CSS</a:t>
            </a:r>
            <a:endParaRPr lang="ru-RU" sz="4800" dirty="0">
              <a:solidFill>
                <a:schemeClr val="bg1"/>
              </a:solidFill>
              <a:cs typeface="Aharoni" panose="02010803020104030203" pitchFamily="2" charset="-79"/>
            </a:endParaRPr>
          </a:p>
        </p:txBody>
      </p:sp>
      <p:sp>
        <p:nvSpPr>
          <p:cNvPr id="5" name="TextBox 4">
            <a:extLst>
              <a:ext uri="{FF2B5EF4-FFF2-40B4-BE49-F238E27FC236}">
                <a16:creationId xmlns:a16="http://schemas.microsoft.com/office/drawing/2014/main" id="{4EFBFE2B-32F8-8811-B0E1-E16EB5345392}"/>
              </a:ext>
            </a:extLst>
          </p:cNvPr>
          <p:cNvSpPr txBox="1"/>
          <p:nvPr/>
        </p:nvSpPr>
        <p:spPr>
          <a:xfrm>
            <a:off x="701040" y="2298730"/>
            <a:ext cx="9611360" cy="1569660"/>
          </a:xfrm>
          <a:prstGeom prst="rect">
            <a:avLst/>
          </a:prstGeom>
          <a:noFill/>
        </p:spPr>
        <p:txBody>
          <a:bodyPr wrap="square">
            <a:spAutoFit/>
          </a:bodyPr>
          <a:lstStyle/>
          <a:p>
            <a:r>
              <a:rPr lang="ru-RU" sz="3200" dirty="0">
                <a:solidFill>
                  <a:schemeClr val="bg1"/>
                </a:solidFill>
                <a:latin typeface="Arial Black" panose="020B0A04020102020204" pitchFamily="34" charset="0"/>
              </a:rPr>
              <a:t>CSS (</a:t>
            </a:r>
            <a:r>
              <a:rPr lang="ru-RU" sz="3200" dirty="0" err="1">
                <a:solidFill>
                  <a:schemeClr val="bg1"/>
                </a:solidFill>
                <a:latin typeface="Arial Black" panose="020B0A04020102020204" pitchFamily="34" charset="0"/>
              </a:rPr>
              <a:t>Cascading</a:t>
            </a:r>
            <a:r>
              <a:rPr lang="ru-RU" sz="3200" dirty="0">
                <a:solidFill>
                  <a:schemeClr val="bg1"/>
                </a:solidFill>
                <a:latin typeface="Arial Black" panose="020B0A04020102020204" pitchFamily="34" charset="0"/>
              </a:rPr>
              <a:t> Style </a:t>
            </a:r>
            <a:r>
              <a:rPr lang="ru-RU" sz="3200" dirty="0" err="1">
                <a:solidFill>
                  <a:schemeClr val="bg1"/>
                </a:solidFill>
                <a:latin typeface="Arial Black" panose="020B0A04020102020204" pitchFamily="34" charset="0"/>
              </a:rPr>
              <a:t>Sheets</a:t>
            </a:r>
            <a:r>
              <a:rPr lang="ru-RU" sz="3200" dirty="0">
                <a:solidFill>
                  <a:schemeClr val="bg1"/>
                </a:solidFill>
                <a:latin typeface="Arial Black" panose="020B0A04020102020204" pitchFamily="34" charset="0"/>
              </a:rPr>
              <a:t>) играет важнейшую роль в визуальном оформлении приложения. </a:t>
            </a:r>
          </a:p>
        </p:txBody>
      </p:sp>
      <p:pic>
        <p:nvPicPr>
          <p:cNvPr id="8" name="Рисунок 7">
            <a:extLst>
              <a:ext uri="{FF2B5EF4-FFF2-40B4-BE49-F238E27FC236}">
                <a16:creationId xmlns:a16="http://schemas.microsoft.com/office/drawing/2014/main" id="{6C586235-4376-03C3-8C55-8EBE9972F38A}"/>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9006" b="91182" l="10000" r="90000">
                        <a14:foregroundMark x1="48111" y1="39212" x2="50000" y2="49719"/>
                        <a14:foregroundMark x1="50000" y1="49719" x2="47667" y2="61351"/>
                        <a14:foregroundMark x1="47667" y1="61351" x2="48556" y2="66041"/>
                        <a14:foregroundMark x1="52778" y1="68480" x2="48556" y2="59475"/>
                        <a14:foregroundMark x1="48556" y1="59475" x2="48889" y2="48968"/>
                        <a14:foregroundMark x1="48889" y1="48968" x2="52333" y2="49906"/>
                        <a14:foregroundMark x1="53000" y1="40525" x2="56111" y2="48968"/>
                        <a14:foregroundMark x1="56111" y1="48968" x2="52556" y2="39587"/>
                        <a14:foregroundMark x1="52556" y1="39587" x2="45444" y2="42964"/>
                        <a14:foregroundMark x1="45444" y1="42964" x2="42222" y2="53659"/>
                        <a14:foregroundMark x1="42222" y1="53659" x2="43444" y2="65103"/>
                        <a14:foregroundMark x1="43444" y1="65103" x2="52444" y2="68856"/>
                        <a14:foregroundMark x1="52444" y1="68856" x2="52778" y2="68480"/>
                        <a14:foregroundMark x1="56778" y1="68668" x2="56333" y2="44278"/>
                        <a14:foregroundMark x1="56333" y1="44278" x2="45667" y2="40338"/>
                        <a14:foregroundMark x1="45667" y1="40338" x2="43556" y2="42026"/>
                        <a14:foregroundMark x1="42889" y1="42026" x2="57333" y2="38837"/>
                        <a14:foregroundMark x1="45111" y1="28893" x2="54333" y2="30206"/>
                        <a14:foregroundMark x1="54333" y1="30206" x2="54889" y2="28143"/>
                        <a14:foregroundMark x1="48222" y1="26642" x2="45000" y2="29268"/>
                        <a14:foregroundMark x1="44778" y1="25891" x2="46556" y2="24015"/>
                        <a14:foregroundMark x1="44667" y1="10131" x2="52222" y2="11820"/>
                        <a14:foregroundMark x1="52222" y1="11820" x2="54111" y2="9006"/>
                        <a14:foregroundMark x1="43667" y1="89681" x2="53556" y2="88555"/>
                        <a14:foregroundMark x1="53556" y1="88555" x2="48111" y2="91182"/>
                      </a14:backgroundRemoval>
                    </a14:imgEffect>
                  </a14:imgLayer>
                </a14:imgProps>
              </a:ext>
            </a:extLst>
          </a:blip>
          <a:stretch>
            <a:fillRect/>
          </a:stretch>
        </p:blipFill>
        <p:spPr>
          <a:xfrm>
            <a:off x="8972550" y="109302"/>
            <a:ext cx="3696970" cy="2189428"/>
          </a:xfrm>
          <a:prstGeom prst="rect">
            <a:avLst/>
          </a:prstGeom>
        </p:spPr>
      </p:pic>
    </p:spTree>
    <p:extLst>
      <p:ext uri="{BB962C8B-B14F-4D97-AF65-F5344CB8AC3E}">
        <p14:creationId xmlns:p14="http://schemas.microsoft.com/office/powerpoint/2010/main" val="78244001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1">
            <a:lumMod val="75000"/>
          </a:schemeClr>
        </a:solidFill>
        <a:effectLst/>
      </p:bgPr>
    </p:bg>
    <p:spTree>
      <p:nvGrpSpPr>
        <p:cNvPr id="1" name="">
          <a:extLst>
            <a:ext uri="{FF2B5EF4-FFF2-40B4-BE49-F238E27FC236}">
              <a16:creationId xmlns:a16="http://schemas.microsoft.com/office/drawing/2014/main" id="{A65D0CF5-DE9D-8C01-43D3-84AF7178E398}"/>
            </a:ext>
          </a:extLst>
        </p:cNvPr>
        <p:cNvGrpSpPr/>
        <p:nvPr/>
      </p:nvGrpSpPr>
      <p:grpSpPr>
        <a:xfrm>
          <a:off x="0" y="0"/>
          <a:ext cx="0" cy="0"/>
          <a:chOff x="0" y="0"/>
          <a:chExt cx="0" cy="0"/>
        </a:xfrm>
      </p:grpSpPr>
      <p:pic>
        <p:nvPicPr>
          <p:cNvPr id="7" name="Рисунок 6">
            <a:extLst>
              <a:ext uri="{FF2B5EF4-FFF2-40B4-BE49-F238E27FC236}">
                <a16:creationId xmlns:a16="http://schemas.microsoft.com/office/drawing/2014/main" id="{1548ADE7-AA7B-1DA4-29B7-8A079FE07051}"/>
              </a:ext>
            </a:extLst>
          </p:cNvPr>
          <p:cNvPicPr>
            <a:picLocks noChangeAspect="1"/>
          </p:cNvPicPr>
          <p:nvPr/>
        </p:nvPicPr>
        <p:blipFill>
          <a:blip r:embed="rId2"/>
          <a:stretch>
            <a:fillRect/>
          </a:stretch>
        </p:blipFill>
        <p:spPr>
          <a:xfrm>
            <a:off x="157057" y="2602832"/>
            <a:ext cx="9754445" cy="1920406"/>
          </a:xfrm>
          <a:prstGeom prst="rect">
            <a:avLst/>
          </a:prstGeom>
        </p:spPr>
      </p:pic>
      <p:sp>
        <p:nvSpPr>
          <p:cNvPr id="3" name="TextBox 2">
            <a:extLst>
              <a:ext uri="{FF2B5EF4-FFF2-40B4-BE49-F238E27FC236}">
                <a16:creationId xmlns:a16="http://schemas.microsoft.com/office/drawing/2014/main" id="{9E6F554A-4980-FF4B-A1D4-4AE90B329F29}"/>
              </a:ext>
            </a:extLst>
          </p:cNvPr>
          <p:cNvSpPr txBox="1"/>
          <p:nvPr/>
        </p:nvSpPr>
        <p:spPr>
          <a:xfrm>
            <a:off x="3708400" y="155694"/>
            <a:ext cx="6096000" cy="830997"/>
          </a:xfrm>
          <a:prstGeom prst="rect">
            <a:avLst/>
          </a:prstGeom>
          <a:noFill/>
        </p:spPr>
        <p:txBody>
          <a:bodyPr wrap="square">
            <a:spAutoFit/>
          </a:bodyPr>
          <a:lstStyle/>
          <a:p>
            <a:r>
              <a:rPr lang="en-GB" sz="4800" dirty="0">
                <a:solidFill>
                  <a:schemeClr val="bg1"/>
                </a:solidFill>
                <a:latin typeface="Aharoni" panose="02010803020104030203" pitchFamily="2" charset="-79"/>
                <a:cs typeface="Aharoni" panose="02010803020104030203" pitchFamily="2" charset="-79"/>
              </a:rPr>
              <a:t>1.3 JavaScript</a:t>
            </a:r>
            <a:endParaRPr lang="ru-RU" sz="4800" dirty="0">
              <a:solidFill>
                <a:schemeClr val="bg1"/>
              </a:solidFill>
              <a:latin typeface="Arial Black" panose="020B0A04020102020204" pitchFamily="34" charset="0"/>
              <a:cs typeface="Aharoni" panose="02010803020104030203" pitchFamily="2" charset="-79"/>
            </a:endParaRPr>
          </a:p>
        </p:txBody>
      </p:sp>
      <p:pic>
        <p:nvPicPr>
          <p:cNvPr id="4" name="Рисунок 3">
            <a:extLst>
              <a:ext uri="{FF2B5EF4-FFF2-40B4-BE49-F238E27FC236}">
                <a16:creationId xmlns:a16="http://schemas.microsoft.com/office/drawing/2014/main" id="{7D6A9FCE-0C3C-ECFA-7DC5-3D67EED82ED4}"/>
              </a:ext>
            </a:extLst>
          </p:cNvPr>
          <p:cNvPicPr>
            <a:picLocks noChangeAspect="1"/>
          </p:cNvPicPr>
          <p:nvPr/>
        </p:nvPicPr>
        <p:blipFill>
          <a:blip r:embed="rId3"/>
          <a:srcRect l="11955" t="10267" r="7866" b="11333"/>
          <a:stretch/>
        </p:blipFill>
        <p:spPr>
          <a:xfrm>
            <a:off x="9997440" y="284839"/>
            <a:ext cx="1849120" cy="1808120"/>
          </a:xfrm>
          <a:prstGeom prst="rect">
            <a:avLst/>
          </a:prstGeom>
        </p:spPr>
      </p:pic>
      <p:sp>
        <p:nvSpPr>
          <p:cNvPr id="6" name="TextBox 5">
            <a:extLst>
              <a:ext uri="{FF2B5EF4-FFF2-40B4-BE49-F238E27FC236}">
                <a16:creationId xmlns:a16="http://schemas.microsoft.com/office/drawing/2014/main" id="{293FC8F8-DD48-E055-D10B-367E7FA44537}"/>
              </a:ext>
            </a:extLst>
          </p:cNvPr>
          <p:cNvSpPr txBox="1"/>
          <p:nvPr/>
        </p:nvSpPr>
        <p:spPr>
          <a:xfrm>
            <a:off x="1076960" y="2778205"/>
            <a:ext cx="8097520" cy="1569660"/>
          </a:xfrm>
          <a:prstGeom prst="rect">
            <a:avLst/>
          </a:prstGeom>
          <a:noFill/>
        </p:spPr>
        <p:txBody>
          <a:bodyPr wrap="square">
            <a:spAutoFit/>
          </a:bodyPr>
          <a:lstStyle/>
          <a:p>
            <a:r>
              <a:rPr lang="ru-RU" sz="3200" dirty="0">
                <a:solidFill>
                  <a:schemeClr val="bg1"/>
                </a:solidFill>
                <a:latin typeface="Arial Black" panose="020B0A04020102020204" pitchFamily="34" charset="0"/>
              </a:rPr>
              <a:t>JavaScript был основным инструментом для реализации интерактивности в проекте. </a:t>
            </a:r>
          </a:p>
        </p:txBody>
      </p:sp>
    </p:spTree>
    <p:extLst>
      <p:ext uri="{BB962C8B-B14F-4D97-AF65-F5344CB8AC3E}">
        <p14:creationId xmlns:p14="http://schemas.microsoft.com/office/powerpoint/2010/main" val="273159522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1">
            <a:lumMod val="75000"/>
          </a:schemeClr>
        </a:solidFill>
        <a:effectLst/>
      </p:bgPr>
    </p:bg>
    <p:spTree>
      <p:nvGrpSpPr>
        <p:cNvPr id="1" name="">
          <a:extLst>
            <a:ext uri="{FF2B5EF4-FFF2-40B4-BE49-F238E27FC236}">
              <a16:creationId xmlns:a16="http://schemas.microsoft.com/office/drawing/2014/main" id="{766A2261-24D1-48D7-966C-AD355CB872CC}"/>
            </a:ext>
          </a:extLst>
        </p:cNvPr>
        <p:cNvGrpSpPr/>
        <p:nvPr/>
      </p:nvGrpSpPr>
      <p:grpSpPr>
        <a:xfrm>
          <a:off x="0" y="0"/>
          <a:ext cx="0" cy="0"/>
          <a:chOff x="0" y="0"/>
          <a:chExt cx="0" cy="0"/>
        </a:xfrm>
      </p:grpSpPr>
      <p:pic>
        <p:nvPicPr>
          <p:cNvPr id="6" name="Рисунок 5">
            <a:extLst>
              <a:ext uri="{FF2B5EF4-FFF2-40B4-BE49-F238E27FC236}">
                <a16:creationId xmlns:a16="http://schemas.microsoft.com/office/drawing/2014/main" id="{84351446-C1FD-CE8D-53CD-966348E8461B}"/>
              </a:ext>
            </a:extLst>
          </p:cNvPr>
          <p:cNvPicPr>
            <a:picLocks noChangeAspect="1"/>
          </p:cNvPicPr>
          <p:nvPr/>
        </p:nvPicPr>
        <p:blipFill>
          <a:blip r:embed="rId2"/>
          <a:stretch>
            <a:fillRect/>
          </a:stretch>
        </p:blipFill>
        <p:spPr>
          <a:xfrm>
            <a:off x="670560" y="2341156"/>
            <a:ext cx="10302240" cy="2454364"/>
          </a:xfrm>
          <a:prstGeom prst="rect">
            <a:avLst/>
          </a:prstGeom>
        </p:spPr>
      </p:pic>
      <p:sp>
        <p:nvSpPr>
          <p:cNvPr id="3" name="TextBox 2">
            <a:extLst>
              <a:ext uri="{FF2B5EF4-FFF2-40B4-BE49-F238E27FC236}">
                <a16:creationId xmlns:a16="http://schemas.microsoft.com/office/drawing/2014/main" id="{25B41806-57F4-FC3A-D13C-CDC004DE0A79}"/>
              </a:ext>
            </a:extLst>
          </p:cNvPr>
          <p:cNvSpPr txBox="1"/>
          <p:nvPr/>
        </p:nvSpPr>
        <p:spPr>
          <a:xfrm>
            <a:off x="1534160" y="155694"/>
            <a:ext cx="9997440" cy="1323439"/>
          </a:xfrm>
          <a:prstGeom prst="rect">
            <a:avLst/>
          </a:prstGeom>
          <a:noFill/>
        </p:spPr>
        <p:txBody>
          <a:bodyPr wrap="square">
            <a:spAutoFit/>
          </a:bodyPr>
          <a:lstStyle/>
          <a:p>
            <a:r>
              <a:rPr lang="ru-RU" sz="4000" dirty="0">
                <a:solidFill>
                  <a:schemeClr val="bg1"/>
                </a:solidFill>
                <a:latin typeface="Arial Black" panose="020B0A04020102020204" pitchFamily="34" charset="0"/>
              </a:rPr>
              <a:t>Основные задачи, решаемые JavaScript в данном проекте:</a:t>
            </a:r>
          </a:p>
        </p:txBody>
      </p:sp>
      <p:sp>
        <p:nvSpPr>
          <p:cNvPr id="5" name="TextBox 4">
            <a:extLst>
              <a:ext uri="{FF2B5EF4-FFF2-40B4-BE49-F238E27FC236}">
                <a16:creationId xmlns:a16="http://schemas.microsoft.com/office/drawing/2014/main" id="{819E1D04-44C2-1951-5930-C7DD64378FA8}"/>
              </a:ext>
            </a:extLst>
          </p:cNvPr>
          <p:cNvSpPr txBox="1"/>
          <p:nvPr/>
        </p:nvSpPr>
        <p:spPr>
          <a:xfrm>
            <a:off x="670560" y="2341156"/>
            <a:ext cx="10403840" cy="2308324"/>
          </a:xfrm>
          <a:prstGeom prst="rect">
            <a:avLst/>
          </a:prstGeom>
          <a:noFill/>
        </p:spPr>
        <p:txBody>
          <a:bodyPr wrap="square">
            <a:spAutoFit/>
          </a:bodyPr>
          <a:lstStyle/>
          <a:p>
            <a:pPr marL="514350" indent="-514350">
              <a:buAutoNum type="arabicPeriod"/>
            </a:pPr>
            <a:r>
              <a:rPr lang="ru-RU" sz="3200" dirty="0">
                <a:solidFill>
                  <a:schemeClr val="bg1"/>
                </a:solidFill>
                <a:latin typeface="Arial Black" panose="020B0A04020102020204" pitchFamily="34" charset="0"/>
              </a:rPr>
              <a:t>Работа с API. </a:t>
            </a:r>
          </a:p>
          <a:p>
            <a:r>
              <a:rPr lang="ru-RU" sz="2800" dirty="0">
                <a:solidFill>
                  <a:schemeClr val="bg1"/>
                </a:solidFill>
                <a:latin typeface="Arial Black" panose="020B0A04020102020204" pitchFamily="34" charset="0"/>
              </a:rPr>
              <a:t>Викторина загружает вопросы с сервера, используя технологию Fetch API. Это позволяет обеспечить динамическую подгрузку данных и делает приложение более гибким.</a:t>
            </a:r>
          </a:p>
        </p:txBody>
      </p:sp>
    </p:spTree>
    <p:extLst>
      <p:ext uri="{BB962C8B-B14F-4D97-AF65-F5344CB8AC3E}">
        <p14:creationId xmlns:p14="http://schemas.microsoft.com/office/powerpoint/2010/main" val="156714369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accent1">
            <a:lumMod val="75000"/>
          </a:schemeClr>
        </a:solidFill>
        <a:effectLst/>
      </p:bgPr>
    </p:bg>
    <p:spTree>
      <p:nvGrpSpPr>
        <p:cNvPr id="1" name="">
          <a:extLst>
            <a:ext uri="{FF2B5EF4-FFF2-40B4-BE49-F238E27FC236}">
              <a16:creationId xmlns:a16="http://schemas.microsoft.com/office/drawing/2014/main" id="{3796DB44-3F93-6C75-17EF-E19194755DDD}"/>
            </a:ext>
          </a:extLst>
        </p:cNvPr>
        <p:cNvGrpSpPr/>
        <p:nvPr/>
      </p:nvGrpSpPr>
      <p:grpSpPr>
        <a:xfrm>
          <a:off x="0" y="0"/>
          <a:ext cx="0" cy="0"/>
          <a:chOff x="0" y="0"/>
          <a:chExt cx="0" cy="0"/>
        </a:xfrm>
      </p:grpSpPr>
      <p:sp>
        <p:nvSpPr>
          <p:cNvPr id="2" name="Прямоугольник: скругленные углы 1">
            <a:extLst>
              <a:ext uri="{FF2B5EF4-FFF2-40B4-BE49-F238E27FC236}">
                <a16:creationId xmlns:a16="http://schemas.microsoft.com/office/drawing/2014/main" id="{44ED2E16-F325-1DF5-46F8-3E5F88A01347}"/>
              </a:ext>
            </a:extLst>
          </p:cNvPr>
          <p:cNvSpPr/>
          <p:nvPr/>
        </p:nvSpPr>
        <p:spPr>
          <a:xfrm>
            <a:off x="-508000" y="2082800"/>
            <a:ext cx="4450080" cy="4775200"/>
          </a:xfrm>
          <a:prstGeom prst="roundRect">
            <a:avLst/>
          </a:prstGeom>
          <a:ln w="539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 name="Прямоугольник: скругленные углы 2">
            <a:extLst>
              <a:ext uri="{FF2B5EF4-FFF2-40B4-BE49-F238E27FC236}">
                <a16:creationId xmlns:a16="http://schemas.microsoft.com/office/drawing/2014/main" id="{11EC3615-BC66-1224-BDD0-46863B77F0B8}"/>
              </a:ext>
            </a:extLst>
          </p:cNvPr>
          <p:cNvSpPr/>
          <p:nvPr/>
        </p:nvSpPr>
        <p:spPr>
          <a:xfrm>
            <a:off x="365760" y="2082800"/>
            <a:ext cx="4450080" cy="4775200"/>
          </a:xfrm>
          <a:prstGeom prst="roundRect">
            <a:avLst/>
          </a:prstGeom>
          <a:ln w="539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 name="Прямоугольник: скругленные углы 4">
            <a:extLst>
              <a:ext uri="{FF2B5EF4-FFF2-40B4-BE49-F238E27FC236}">
                <a16:creationId xmlns:a16="http://schemas.microsoft.com/office/drawing/2014/main" id="{AF5E9303-01ED-E13A-E6F5-588BC82BC90C}"/>
              </a:ext>
            </a:extLst>
          </p:cNvPr>
          <p:cNvSpPr/>
          <p:nvPr/>
        </p:nvSpPr>
        <p:spPr>
          <a:xfrm>
            <a:off x="1422400" y="2082800"/>
            <a:ext cx="4450080" cy="4775200"/>
          </a:xfrm>
          <a:prstGeom prst="roundRect">
            <a:avLst/>
          </a:prstGeom>
          <a:ln w="539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 name="Прямоугольник: скругленные углы 3">
            <a:extLst>
              <a:ext uri="{FF2B5EF4-FFF2-40B4-BE49-F238E27FC236}">
                <a16:creationId xmlns:a16="http://schemas.microsoft.com/office/drawing/2014/main" id="{E015A6DF-23D2-F009-E56C-60073BA3B468}"/>
              </a:ext>
            </a:extLst>
          </p:cNvPr>
          <p:cNvSpPr/>
          <p:nvPr/>
        </p:nvSpPr>
        <p:spPr>
          <a:xfrm>
            <a:off x="2590800" y="2082800"/>
            <a:ext cx="4450080" cy="4775200"/>
          </a:xfrm>
          <a:prstGeom prst="roundRect">
            <a:avLst/>
          </a:prstGeom>
          <a:ln w="539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sz="2400" dirty="0">
              <a:latin typeface="Arial Black" panose="020B0A04020102020204" pitchFamily="34" charset="0"/>
            </a:endParaRPr>
          </a:p>
        </p:txBody>
      </p:sp>
      <p:sp>
        <p:nvSpPr>
          <p:cNvPr id="9" name="TextBox 8">
            <a:extLst>
              <a:ext uri="{FF2B5EF4-FFF2-40B4-BE49-F238E27FC236}">
                <a16:creationId xmlns:a16="http://schemas.microsoft.com/office/drawing/2014/main" id="{04D94AA2-8E9D-571E-0A46-AC9EC4CCE1B8}"/>
              </a:ext>
            </a:extLst>
          </p:cNvPr>
          <p:cNvSpPr txBox="1"/>
          <p:nvPr/>
        </p:nvSpPr>
        <p:spPr>
          <a:xfrm>
            <a:off x="1717040" y="185768"/>
            <a:ext cx="9880600" cy="1323439"/>
          </a:xfrm>
          <a:prstGeom prst="rect">
            <a:avLst/>
          </a:prstGeom>
        </p:spPr>
        <p:style>
          <a:lnRef idx="1">
            <a:schemeClr val="accent1"/>
          </a:lnRef>
          <a:fillRef idx="2">
            <a:schemeClr val="accent1"/>
          </a:fillRef>
          <a:effectRef idx="1">
            <a:schemeClr val="accent1"/>
          </a:effectRef>
          <a:fontRef idx="minor">
            <a:schemeClr val="dk1"/>
          </a:fontRef>
        </p:style>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4000" b="0" i="0" u="none" strike="noStrike" kern="1200" cap="none" spc="0" normalizeH="0" baseline="0" noProof="0" dirty="0">
                <a:ln>
                  <a:noFill/>
                </a:ln>
                <a:solidFill>
                  <a:prstClr val="white"/>
                </a:solidFill>
                <a:effectLst/>
                <a:uLnTx/>
                <a:uFillTx/>
                <a:latin typeface="Arial Black" panose="020B0A04020102020204" pitchFamily="34" charset="0"/>
                <a:ea typeface="+mn-ea"/>
                <a:cs typeface="+mn-cs"/>
              </a:rPr>
              <a:t>Основные задачи, решаемые JavaScript в данном проекте:</a:t>
            </a:r>
          </a:p>
        </p:txBody>
      </p:sp>
    </p:spTree>
    <p:extLst>
      <p:ext uri="{BB962C8B-B14F-4D97-AF65-F5344CB8AC3E}">
        <p14:creationId xmlns:p14="http://schemas.microsoft.com/office/powerpoint/2010/main" val="426237890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accent1">
            <a:lumMod val="75000"/>
          </a:schemeClr>
        </a:solidFill>
        <a:effectLst/>
      </p:bgPr>
    </p:bg>
    <p:spTree>
      <p:nvGrpSpPr>
        <p:cNvPr id="1" name="">
          <a:extLst>
            <a:ext uri="{FF2B5EF4-FFF2-40B4-BE49-F238E27FC236}">
              <a16:creationId xmlns:a16="http://schemas.microsoft.com/office/drawing/2014/main" id="{1983E4E8-771E-7BD9-EF9C-25D4581F8C7B}"/>
            </a:ext>
          </a:extLst>
        </p:cNvPr>
        <p:cNvGrpSpPr/>
        <p:nvPr/>
      </p:nvGrpSpPr>
      <p:grpSpPr>
        <a:xfrm>
          <a:off x="0" y="0"/>
          <a:ext cx="0" cy="0"/>
          <a:chOff x="0" y="0"/>
          <a:chExt cx="0" cy="0"/>
        </a:xfrm>
      </p:grpSpPr>
      <p:sp>
        <p:nvSpPr>
          <p:cNvPr id="2" name="Прямоугольник: скругленные углы 1">
            <a:extLst>
              <a:ext uri="{FF2B5EF4-FFF2-40B4-BE49-F238E27FC236}">
                <a16:creationId xmlns:a16="http://schemas.microsoft.com/office/drawing/2014/main" id="{DA90D441-352B-120C-0859-DCC06AEDBB21}"/>
              </a:ext>
            </a:extLst>
          </p:cNvPr>
          <p:cNvSpPr/>
          <p:nvPr/>
        </p:nvSpPr>
        <p:spPr>
          <a:xfrm>
            <a:off x="-508000" y="2082800"/>
            <a:ext cx="4450080" cy="4775200"/>
          </a:xfrm>
          <a:prstGeom prst="roundRect">
            <a:avLst/>
          </a:prstGeom>
          <a:ln w="539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 name="Прямоугольник: скругленные углы 2">
            <a:extLst>
              <a:ext uri="{FF2B5EF4-FFF2-40B4-BE49-F238E27FC236}">
                <a16:creationId xmlns:a16="http://schemas.microsoft.com/office/drawing/2014/main" id="{C72121A2-A6C1-B694-45D9-28FDAFA1276E}"/>
              </a:ext>
            </a:extLst>
          </p:cNvPr>
          <p:cNvSpPr/>
          <p:nvPr/>
        </p:nvSpPr>
        <p:spPr>
          <a:xfrm>
            <a:off x="365760" y="2082800"/>
            <a:ext cx="4450080" cy="4775200"/>
          </a:xfrm>
          <a:prstGeom prst="roundRect">
            <a:avLst/>
          </a:prstGeom>
          <a:ln w="539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 name="Прямоугольник: скругленные углы 4">
            <a:extLst>
              <a:ext uri="{FF2B5EF4-FFF2-40B4-BE49-F238E27FC236}">
                <a16:creationId xmlns:a16="http://schemas.microsoft.com/office/drawing/2014/main" id="{2D133C16-647A-C1AD-1A91-D8901FAEC5E9}"/>
              </a:ext>
            </a:extLst>
          </p:cNvPr>
          <p:cNvSpPr/>
          <p:nvPr/>
        </p:nvSpPr>
        <p:spPr>
          <a:xfrm>
            <a:off x="1422400" y="2082800"/>
            <a:ext cx="4450080" cy="4775200"/>
          </a:xfrm>
          <a:prstGeom prst="roundRect">
            <a:avLst/>
          </a:prstGeom>
          <a:ln w="539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 name="Прямоугольник: скругленные углы 3">
            <a:extLst>
              <a:ext uri="{FF2B5EF4-FFF2-40B4-BE49-F238E27FC236}">
                <a16:creationId xmlns:a16="http://schemas.microsoft.com/office/drawing/2014/main" id="{605E482A-0F61-CDE1-AF47-26DA6F4E8E89}"/>
              </a:ext>
            </a:extLst>
          </p:cNvPr>
          <p:cNvSpPr/>
          <p:nvPr/>
        </p:nvSpPr>
        <p:spPr>
          <a:xfrm>
            <a:off x="6929120" y="1712686"/>
            <a:ext cx="4450080" cy="4775200"/>
          </a:xfrm>
          <a:prstGeom prst="roundRect">
            <a:avLst/>
          </a:prstGeom>
          <a:ln w="539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514350" indent="-514350" algn="ctr">
              <a:buAutoNum type="arabicPeriod"/>
            </a:pPr>
            <a:r>
              <a:rPr lang="ru-RU" sz="3200" dirty="0">
                <a:latin typeface="Arial Black" panose="020B0A04020102020204" pitchFamily="34" charset="0"/>
              </a:rPr>
              <a:t>Работа с API.</a:t>
            </a:r>
            <a:endParaRPr lang="en-GB" sz="3200" dirty="0">
              <a:latin typeface="Arial Black" panose="020B0A04020102020204" pitchFamily="34" charset="0"/>
            </a:endParaRPr>
          </a:p>
          <a:p>
            <a:pPr algn="ctr"/>
            <a:r>
              <a:rPr lang="ru-RU" sz="3200" dirty="0">
                <a:latin typeface="Arial Black" panose="020B0A04020102020204" pitchFamily="34" charset="0"/>
              </a:rPr>
              <a:t> </a:t>
            </a:r>
          </a:p>
          <a:p>
            <a:r>
              <a:rPr lang="ru-RU" sz="2400" dirty="0">
                <a:latin typeface="Arial Black" panose="020B0A04020102020204" pitchFamily="34" charset="0"/>
              </a:rPr>
              <a:t>Викторина загружает вопросы с сервера, используя технологию Fetch API. Это позволяет обеспечить динамическую подгрузку данных и делает приложение более гибким.</a:t>
            </a:r>
          </a:p>
        </p:txBody>
      </p:sp>
      <p:sp>
        <p:nvSpPr>
          <p:cNvPr id="9" name="TextBox 8">
            <a:extLst>
              <a:ext uri="{FF2B5EF4-FFF2-40B4-BE49-F238E27FC236}">
                <a16:creationId xmlns:a16="http://schemas.microsoft.com/office/drawing/2014/main" id="{97D6E754-8291-5683-C72C-629FAA76D2E2}"/>
              </a:ext>
            </a:extLst>
          </p:cNvPr>
          <p:cNvSpPr txBox="1"/>
          <p:nvPr/>
        </p:nvSpPr>
        <p:spPr>
          <a:xfrm>
            <a:off x="1717040" y="185768"/>
            <a:ext cx="9880600" cy="1323439"/>
          </a:xfrm>
          <a:prstGeom prst="rect">
            <a:avLst/>
          </a:prstGeom>
        </p:spPr>
        <p:style>
          <a:lnRef idx="1">
            <a:schemeClr val="accent1"/>
          </a:lnRef>
          <a:fillRef idx="2">
            <a:schemeClr val="accent1"/>
          </a:fillRef>
          <a:effectRef idx="1">
            <a:schemeClr val="accent1"/>
          </a:effectRef>
          <a:fontRef idx="minor">
            <a:schemeClr val="dk1"/>
          </a:fontRef>
        </p:style>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4000" b="0" i="0" u="none" strike="noStrike" kern="1200" cap="none" spc="0" normalizeH="0" baseline="0" noProof="0" dirty="0">
                <a:ln>
                  <a:noFill/>
                </a:ln>
                <a:solidFill>
                  <a:prstClr val="white"/>
                </a:solidFill>
                <a:effectLst/>
                <a:uLnTx/>
                <a:uFillTx/>
                <a:latin typeface="Arial Black" panose="020B0A04020102020204" pitchFamily="34" charset="0"/>
                <a:ea typeface="+mn-ea"/>
                <a:cs typeface="+mn-cs"/>
              </a:rPr>
              <a:t>Основные задачи, решаемые JavaScript в данном проекте:</a:t>
            </a:r>
          </a:p>
        </p:txBody>
      </p:sp>
      <p:pic>
        <p:nvPicPr>
          <p:cNvPr id="6" name="Рисунок 5">
            <a:extLst>
              <a:ext uri="{FF2B5EF4-FFF2-40B4-BE49-F238E27FC236}">
                <a16:creationId xmlns:a16="http://schemas.microsoft.com/office/drawing/2014/main" id="{34B87C7C-3DDE-7EC3-7586-59E57633D98D}"/>
              </a:ext>
            </a:extLst>
          </p:cNvPr>
          <p:cNvPicPr>
            <a:picLocks noChangeAspect="1"/>
          </p:cNvPicPr>
          <p:nvPr/>
        </p:nvPicPr>
        <p:blipFill>
          <a:blip r:embed="rId2"/>
          <a:stretch>
            <a:fillRect/>
          </a:stretch>
        </p:blipFill>
        <p:spPr>
          <a:xfrm>
            <a:off x="64854" y="400987"/>
            <a:ext cx="1395017" cy="930011"/>
          </a:xfrm>
          <a:prstGeom prst="rect">
            <a:avLst/>
          </a:prstGeom>
          <a:scene3d>
            <a:camera prst="orthographicFront"/>
            <a:lightRig rig="threePt" dir="t"/>
          </a:scene3d>
          <a:sp3d prstMaterial="softEdge"/>
        </p:spPr>
      </p:pic>
    </p:spTree>
    <p:extLst>
      <p:ext uri="{BB962C8B-B14F-4D97-AF65-F5344CB8AC3E}">
        <p14:creationId xmlns:p14="http://schemas.microsoft.com/office/powerpoint/2010/main" val="69338876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accent1">
            <a:lumMod val="75000"/>
          </a:schemeClr>
        </a:solidFill>
        <a:effectLst/>
      </p:bgPr>
    </p:bg>
    <p:spTree>
      <p:nvGrpSpPr>
        <p:cNvPr id="1" name="">
          <a:extLst>
            <a:ext uri="{FF2B5EF4-FFF2-40B4-BE49-F238E27FC236}">
              <a16:creationId xmlns:a16="http://schemas.microsoft.com/office/drawing/2014/main" id="{00226A05-99D9-BF81-BA3A-3B9611739C04}"/>
            </a:ext>
          </a:extLst>
        </p:cNvPr>
        <p:cNvGrpSpPr/>
        <p:nvPr/>
      </p:nvGrpSpPr>
      <p:grpSpPr>
        <a:xfrm>
          <a:off x="0" y="0"/>
          <a:ext cx="0" cy="0"/>
          <a:chOff x="0" y="0"/>
          <a:chExt cx="0" cy="0"/>
        </a:xfrm>
      </p:grpSpPr>
      <p:sp>
        <p:nvSpPr>
          <p:cNvPr id="2" name="Прямоугольник: скругленные углы 1">
            <a:extLst>
              <a:ext uri="{FF2B5EF4-FFF2-40B4-BE49-F238E27FC236}">
                <a16:creationId xmlns:a16="http://schemas.microsoft.com/office/drawing/2014/main" id="{C6C5BEA6-9B7C-2726-224C-F1937A2130CA}"/>
              </a:ext>
            </a:extLst>
          </p:cNvPr>
          <p:cNvSpPr/>
          <p:nvPr/>
        </p:nvSpPr>
        <p:spPr>
          <a:xfrm>
            <a:off x="-508000" y="2082800"/>
            <a:ext cx="4450080" cy="4775200"/>
          </a:xfrm>
          <a:prstGeom prst="roundRect">
            <a:avLst/>
          </a:prstGeom>
          <a:ln w="539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 name="Прямоугольник: скругленные углы 2">
            <a:extLst>
              <a:ext uri="{FF2B5EF4-FFF2-40B4-BE49-F238E27FC236}">
                <a16:creationId xmlns:a16="http://schemas.microsoft.com/office/drawing/2014/main" id="{6F3050E0-969E-9508-CDC9-0E4B9056E41D}"/>
              </a:ext>
            </a:extLst>
          </p:cNvPr>
          <p:cNvSpPr/>
          <p:nvPr/>
        </p:nvSpPr>
        <p:spPr>
          <a:xfrm>
            <a:off x="365760" y="2082800"/>
            <a:ext cx="4450080" cy="4775200"/>
          </a:xfrm>
          <a:prstGeom prst="roundRect">
            <a:avLst/>
          </a:prstGeom>
          <a:ln w="539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 name="Прямоугольник: скругленные углы 4">
            <a:extLst>
              <a:ext uri="{FF2B5EF4-FFF2-40B4-BE49-F238E27FC236}">
                <a16:creationId xmlns:a16="http://schemas.microsoft.com/office/drawing/2014/main" id="{AC692202-0ED5-7E6A-778F-3CFEDB6C44AB}"/>
              </a:ext>
            </a:extLst>
          </p:cNvPr>
          <p:cNvSpPr/>
          <p:nvPr/>
        </p:nvSpPr>
        <p:spPr>
          <a:xfrm>
            <a:off x="7147560" y="1897032"/>
            <a:ext cx="4450080" cy="4775200"/>
          </a:xfrm>
          <a:prstGeom prst="roundRect">
            <a:avLst/>
          </a:prstGeom>
          <a:ln w="539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514350" indent="-514350" algn="ctr">
              <a:buAutoNum type="arabicPeriod" startAt="2"/>
            </a:pPr>
            <a:r>
              <a:rPr lang="ru-RU" sz="3200" dirty="0">
                <a:latin typeface="Arial Black" panose="020B0A04020102020204" pitchFamily="34" charset="0"/>
              </a:rPr>
              <a:t>Управление интерфейсом</a:t>
            </a:r>
            <a:endParaRPr lang="en-GB" sz="3200" dirty="0">
              <a:latin typeface="Arial Black" panose="020B0A04020102020204" pitchFamily="34" charset="0"/>
            </a:endParaRPr>
          </a:p>
          <a:p>
            <a:pPr algn="ctr"/>
            <a:endParaRPr lang="en-GB" sz="3200" dirty="0">
              <a:latin typeface="Arial Black" panose="020B0A04020102020204" pitchFamily="34" charset="0"/>
            </a:endParaRPr>
          </a:p>
          <a:p>
            <a:r>
              <a:rPr lang="ru-RU" sz="3200" dirty="0">
                <a:latin typeface="Arial Black" panose="020B0A04020102020204" pitchFamily="34" charset="0"/>
              </a:rPr>
              <a:t> </a:t>
            </a:r>
            <a:r>
              <a:rPr lang="ru-RU" sz="2400" dirty="0">
                <a:latin typeface="Arial Black" panose="020B0A04020102020204" pitchFamily="34" charset="0"/>
              </a:rPr>
              <a:t>JavaScript отвечает за отображение вопросов, обработку кликов по вариантам ответов, обновление прогресс-бара и вывод результатов.</a:t>
            </a:r>
            <a:endParaRPr lang="ru-RU" dirty="0">
              <a:latin typeface="Arial Black" panose="020B0A04020102020204" pitchFamily="34" charset="0"/>
            </a:endParaRPr>
          </a:p>
        </p:txBody>
      </p:sp>
      <p:sp>
        <p:nvSpPr>
          <p:cNvPr id="4" name="Прямоугольник: скругленные углы 3">
            <a:extLst>
              <a:ext uri="{FF2B5EF4-FFF2-40B4-BE49-F238E27FC236}">
                <a16:creationId xmlns:a16="http://schemas.microsoft.com/office/drawing/2014/main" id="{B6891959-F3F6-F866-132A-1789B5CD22BA}"/>
              </a:ext>
            </a:extLst>
          </p:cNvPr>
          <p:cNvSpPr/>
          <p:nvPr/>
        </p:nvSpPr>
        <p:spPr>
          <a:xfrm>
            <a:off x="12989900" y="2851385"/>
            <a:ext cx="4450080" cy="4775200"/>
          </a:xfrm>
          <a:prstGeom prst="roundRect">
            <a:avLst/>
          </a:prstGeom>
          <a:ln w="539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sz="2400" dirty="0">
              <a:latin typeface="Arial Black" panose="020B0A04020102020204" pitchFamily="34" charset="0"/>
            </a:endParaRPr>
          </a:p>
        </p:txBody>
      </p:sp>
      <p:sp>
        <p:nvSpPr>
          <p:cNvPr id="9" name="TextBox 8">
            <a:extLst>
              <a:ext uri="{FF2B5EF4-FFF2-40B4-BE49-F238E27FC236}">
                <a16:creationId xmlns:a16="http://schemas.microsoft.com/office/drawing/2014/main" id="{A01A8724-4C3E-1E7B-AE90-0ACAB659D03D}"/>
              </a:ext>
            </a:extLst>
          </p:cNvPr>
          <p:cNvSpPr txBox="1"/>
          <p:nvPr/>
        </p:nvSpPr>
        <p:spPr>
          <a:xfrm>
            <a:off x="1717040" y="185768"/>
            <a:ext cx="9880600" cy="1323439"/>
          </a:xfrm>
          <a:prstGeom prst="rect">
            <a:avLst/>
          </a:prstGeom>
        </p:spPr>
        <p:style>
          <a:lnRef idx="1">
            <a:schemeClr val="accent1"/>
          </a:lnRef>
          <a:fillRef idx="2">
            <a:schemeClr val="accent1"/>
          </a:fillRef>
          <a:effectRef idx="1">
            <a:schemeClr val="accent1"/>
          </a:effectRef>
          <a:fontRef idx="minor">
            <a:schemeClr val="dk1"/>
          </a:fontRef>
        </p:style>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4000" b="0" i="0" u="none" strike="noStrike" kern="1200" cap="none" spc="0" normalizeH="0" baseline="0" noProof="0" dirty="0">
                <a:ln>
                  <a:noFill/>
                </a:ln>
                <a:solidFill>
                  <a:prstClr val="white"/>
                </a:solidFill>
                <a:effectLst/>
                <a:uLnTx/>
                <a:uFillTx/>
                <a:latin typeface="Arial Black" panose="020B0A04020102020204" pitchFamily="34" charset="0"/>
                <a:ea typeface="+mn-ea"/>
                <a:cs typeface="+mn-cs"/>
              </a:rPr>
              <a:t>Основные задачи, решаемые JavaScript в данном проекте:</a:t>
            </a:r>
          </a:p>
        </p:txBody>
      </p:sp>
      <p:pic>
        <p:nvPicPr>
          <p:cNvPr id="6" name="Рисунок 5">
            <a:extLst>
              <a:ext uri="{FF2B5EF4-FFF2-40B4-BE49-F238E27FC236}">
                <a16:creationId xmlns:a16="http://schemas.microsoft.com/office/drawing/2014/main" id="{A7C3A608-9E63-0F29-3854-000EF6C62448}"/>
              </a:ext>
            </a:extLst>
          </p:cNvPr>
          <p:cNvPicPr>
            <a:picLocks noChangeAspect="1"/>
          </p:cNvPicPr>
          <p:nvPr/>
        </p:nvPicPr>
        <p:blipFill>
          <a:blip r:embed="rId2"/>
          <a:stretch>
            <a:fillRect/>
          </a:stretch>
        </p:blipFill>
        <p:spPr>
          <a:xfrm>
            <a:off x="5075090" y="3634662"/>
            <a:ext cx="1813220" cy="1604323"/>
          </a:xfrm>
          <a:prstGeom prst="rect">
            <a:avLst/>
          </a:prstGeom>
        </p:spPr>
      </p:pic>
    </p:spTree>
    <p:extLst>
      <p:ext uri="{BB962C8B-B14F-4D97-AF65-F5344CB8AC3E}">
        <p14:creationId xmlns:p14="http://schemas.microsoft.com/office/powerpoint/2010/main" val="95973704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accent1">
            <a:lumMod val="75000"/>
          </a:schemeClr>
        </a:solidFill>
        <a:effectLst/>
      </p:bgPr>
    </p:bg>
    <p:spTree>
      <p:nvGrpSpPr>
        <p:cNvPr id="1" name="">
          <a:extLst>
            <a:ext uri="{FF2B5EF4-FFF2-40B4-BE49-F238E27FC236}">
              <a16:creationId xmlns:a16="http://schemas.microsoft.com/office/drawing/2014/main" id="{4B31A1BF-A502-ECC8-623C-06AD82819505}"/>
            </a:ext>
          </a:extLst>
        </p:cNvPr>
        <p:cNvGrpSpPr/>
        <p:nvPr/>
      </p:nvGrpSpPr>
      <p:grpSpPr>
        <a:xfrm>
          <a:off x="0" y="0"/>
          <a:ext cx="0" cy="0"/>
          <a:chOff x="0" y="0"/>
          <a:chExt cx="0" cy="0"/>
        </a:xfrm>
      </p:grpSpPr>
      <p:sp>
        <p:nvSpPr>
          <p:cNvPr id="2" name="Прямоугольник: скругленные углы 1">
            <a:extLst>
              <a:ext uri="{FF2B5EF4-FFF2-40B4-BE49-F238E27FC236}">
                <a16:creationId xmlns:a16="http://schemas.microsoft.com/office/drawing/2014/main" id="{40C5C698-AD21-3DB3-F12B-D16DE9B8265D}"/>
              </a:ext>
            </a:extLst>
          </p:cNvPr>
          <p:cNvSpPr/>
          <p:nvPr/>
        </p:nvSpPr>
        <p:spPr>
          <a:xfrm>
            <a:off x="-508000" y="2082800"/>
            <a:ext cx="4450080" cy="4775200"/>
          </a:xfrm>
          <a:prstGeom prst="roundRect">
            <a:avLst/>
          </a:prstGeom>
          <a:ln w="539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 name="Прямоугольник: скругленные углы 2">
            <a:extLst>
              <a:ext uri="{FF2B5EF4-FFF2-40B4-BE49-F238E27FC236}">
                <a16:creationId xmlns:a16="http://schemas.microsoft.com/office/drawing/2014/main" id="{B9F72446-A37C-4509-2D7D-A94A681590EF}"/>
              </a:ext>
            </a:extLst>
          </p:cNvPr>
          <p:cNvSpPr/>
          <p:nvPr/>
        </p:nvSpPr>
        <p:spPr>
          <a:xfrm>
            <a:off x="7147560" y="1897032"/>
            <a:ext cx="4450080" cy="4775200"/>
          </a:xfrm>
          <a:prstGeom prst="roundRect">
            <a:avLst/>
          </a:prstGeom>
          <a:ln w="539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ru-RU" sz="2800" dirty="0">
                <a:latin typeface="Arial Black" panose="020B0A04020102020204" pitchFamily="34" charset="0"/>
              </a:rPr>
              <a:t>3.</a:t>
            </a:r>
            <a:r>
              <a:rPr lang="en-GB" sz="2800" dirty="0">
                <a:latin typeface="Arial Black" panose="020B0A04020102020204" pitchFamily="34" charset="0"/>
              </a:rPr>
              <a:t> </a:t>
            </a:r>
            <a:r>
              <a:rPr lang="ru-RU" sz="2800" dirty="0">
                <a:latin typeface="Arial Black" panose="020B0A04020102020204" pitchFamily="34" charset="0"/>
              </a:rPr>
              <a:t>Перемешивание вопросов и ответов. </a:t>
            </a:r>
            <a:endParaRPr lang="en-GB" sz="2800" dirty="0">
              <a:latin typeface="Arial Black" panose="020B0A04020102020204" pitchFamily="34" charset="0"/>
            </a:endParaRPr>
          </a:p>
          <a:p>
            <a:pPr algn="ctr"/>
            <a:endParaRPr lang="en-GB" sz="2800" dirty="0">
              <a:latin typeface="Arial Black" panose="020B0A04020102020204" pitchFamily="34" charset="0"/>
            </a:endParaRPr>
          </a:p>
          <a:p>
            <a:r>
              <a:rPr lang="ru-RU" sz="2400" dirty="0">
                <a:latin typeface="Arial Black" panose="020B0A04020102020204" pitchFamily="34" charset="0"/>
              </a:rPr>
              <a:t>С целью повышения сложности и интереса викторины вопросы и ответы случайным образом перемешиваются перед показом пользователю.</a:t>
            </a:r>
            <a:endParaRPr lang="ru-RU" sz="1600" dirty="0">
              <a:latin typeface="Arial Black" panose="020B0A04020102020204" pitchFamily="34" charset="0"/>
            </a:endParaRPr>
          </a:p>
        </p:txBody>
      </p:sp>
      <p:sp>
        <p:nvSpPr>
          <p:cNvPr id="5" name="Прямоугольник: скругленные углы 4">
            <a:extLst>
              <a:ext uri="{FF2B5EF4-FFF2-40B4-BE49-F238E27FC236}">
                <a16:creationId xmlns:a16="http://schemas.microsoft.com/office/drawing/2014/main" id="{B8B77D75-A5BB-6ED7-A2CA-BEAAF9484E63}"/>
              </a:ext>
            </a:extLst>
          </p:cNvPr>
          <p:cNvSpPr/>
          <p:nvPr/>
        </p:nvSpPr>
        <p:spPr>
          <a:xfrm>
            <a:off x="9372600" y="-14768285"/>
            <a:ext cx="4450080" cy="4775200"/>
          </a:xfrm>
          <a:prstGeom prst="roundRect">
            <a:avLst/>
          </a:prstGeom>
          <a:ln w="539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 name="Прямоугольник: скругленные углы 3">
            <a:extLst>
              <a:ext uri="{FF2B5EF4-FFF2-40B4-BE49-F238E27FC236}">
                <a16:creationId xmlns:a16="http://schemas.microsoft.com/office/drawing/2014/main" id="{F9E6DC5D-02E5-3A95-4168-650C5876CC23}"/>
              </a:ext>
            </a:extLst>
          </p:cNvPr>
          <p:cNvSpPr/>
          <p:nvPr/>
        </p:nvSpPr>
        <p:spPr>
          <a:xfrm>
            <a:off x="31916914" y="-3927713"/>
            <a:ext cx="4450080" cy="4775200"/>
          </a:xfrm>
          <a:prstGeom prst="roundRect">
            <a:avLst/>
          </a:prstGeom>
          <a:ln w="539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sz="2400" dirty="0">
              <a:latin typeface="Arial Black" panose="020B0A04020102020204" pitchFamily="34" charset="0"/>
            </a:endParaRPr>
          </a:p>
        </p:txBody>
      </p:sp>
      <p:sp>
        <p:nvSpPr>
          <p:cNvPr id="9" name="TextBox 8">
            <a:extLst>
              <a:ext uri="{FF2B5EF4-FFF2-40B4-BE49-F238E27FC236}">
                <a16:creationId xmlns:a16="http://schemas.microsoft.com/office/drawing/2014/main" id="{787C86F6-5511-58AA-96AD-2E487DF47666}"/>
              </a:ext>
            </a:extLst>
          </p:cNvPr>
          <p:cNvSpPr txBox="1"/>
          <p:nvPr/>
        </p:nvSpPr>
        <p:spPr>
          <a:xfrm>
            <a:off x="1717040" y="185768"/>
            <a:ext cx="9880600" cy="1323439"/>
          </a:xfrm>
          <a:prstGeom prst="rect">
            <a:avLst/>
          </a:prstGeom>
        </p:spPr>
        <p:style>
          <a:lnRef idx="1">
            <a:schemeClr val="accent1"/>
          </a:lnRef>
          <a:fillRef idx="2">
            <a:schemeClr val="accent1"/>
          </a:fillRef>
          <a:effectRef idx="1">
            <a:schemeClr val="accent1"/>
          </a:effectRef>
          <a:fontRef idx="minor">
            <a:schemeClr val="dk1"/>
          </a:fontRef>
        </p:style>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4000" b="0" i="0" u="none" strike="noStrike" kern="1200" cap="none" spc="0" normalizeH="0" baseline="0" noProof="0" dirty="0">
                <a:ln>
                  <a:noFill/>
                </a:ln>
                <a:solidFill>
                  <a:prstClr val="white"/>
                </a:solidFill>
                <a:effectLst/>
                <a:uLnTx/>
                <a:uFillTx/>
                <a:latin typeface="Arial Black" panose="020B0A04020102020204" pitchFamily="34" charset="0"/>
                <a:ea typeface="+mn-ea"/>
                <a:cs typeface="+mn-cs"/>
              </a:rPr>
              <a:t>Основные задачи, решаемые JavaScript в данном проекте:</a:t>
            </a:r>
          </a:p>
        </p:txBody>
      </p:sp>
      <p:pic>
        <p:nvPicPr>
          <p:cNvPr id="7" name="Рисунок 6">
            <a:extLst>
              <a:ext uri="{FF2B5EF4-FFF2-40B4-BE49-F238E27FC236}">
                <a16:creationId xmlns:a16="http://schemas.microsoft.com/office/drawing/2014/main" id="{88CA738A-4D07-C6C5-6678-38FB0478CECB}"/>
              </a:ext>
            </a:extLst>
          </p:cNvPr>
          <p:cNvPicPr>
            <a:picLocks noChangeAspect="1"/>
          </p:cNvPicPr>
          <p:nvPr/>
        </p:nvPicPr>
        <p:blipFill>
          <a:blip r:embed="rId2"/>
          <a:stretch>
            <a:fillRect/>
          </a:stretch>
        </p:blipFill>
        <p:spPr>
          <a:xfrm>
            <a:off x="4279900" y="2794000"/>
            <a:ext cx="2743200" cy="2743200"/>
          </a:xfrm>
          <a:prstGeom prst="rect">
            <a:avLst/>
          </a:prstGeom>
        </p:spPr>
      </p:pic>
    </p:spTree>
    <p:extLst>
      <p:ext uri="{BB962C8B-B14F-4D97-AF65-F5344CB8AC3E}">
        <p14:creationId xmlns:p14="http://schemas.microsoft.com/office/powerpoint/2010/main" val="283702905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accent1">
            <a:lumMod val="75000"/>
          </a:schemeClr>
        </a:solidFill>
        <a:effectLst/>
      </p:bgPr>
    </p:bg>
    <p:spTree>
      <p:nvGrpSpPr>
        <p:cNvPr id="1" name="">
          <a:extLst>
            <a:ext uri="{FF2B5EF4-FFF2-40B4-BE49-F238E27FC236}">
              <a16:creationId xmlns:a16="http://schemas.microsoft.com/office/drawing/2014/main" id="{C9B046BF-FB3C-5574-D11D-4A6226CE1FBA}"/>
            </a:ext>
          </a:extLst>
        </p:cNvPr>
        <p:cNvGrpSpPr/>
        <p:nvPr/>
      </p:nvGrpSpPr>
      <p:grpSpPr>
        <a:xfrm>
          <a:off x="0" y="0"/>
          <a:ext cx="0" cy="0"/>
          <a:chOff x="0" y="0"/>
          <a:chExt cx="0" cy="0"/>
        </a:xfrm>
      </p:grpSpPr>
      <p:sp>
        <p:nvSpPr>
          <p:cNvPr id="2" name="Прямоугольник: скругленные углы 1">
            <a:extLst>
              <a:ext uri="{FF2B5EF4-FFF2-40B4-BE49-F238E27FC236}">
                <a16:creationId xmlns:a16="http://schemas.microsoft.com/office/drawing/2014/main" id="{5D9B9024-CBF1-91C6-7999-BE89D348F6C1}"/>
              </a:ext>
            </a:extLst>
          </p:cNvPr>
          <p:cNvSpPr/>
          <p:nvPr/>
        </p:nvSpPr>
        <p:spPr>
          <a:xfrm>
            <a:off x="7058660" y="1897032"/>
            <a:ext cx="4450080" cy="4775200"/>
          </a:xfrm>
          <a:prstGeom prst="roundRect">
            <a:avLst/>
          </a:prstGeom>
          <a:ln w="539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514350" indent="-514350" algn="ctr">
              <a:buAutoNum type="arabicPeriod" startAt="4"/>
            </a:pPr>
            <a:r>
              <a:rPr lang="ru-RU" sz="3200" dirty="0">
                <a:latin typeface="Arial Black" panose="020B0A04020102020204" pitchFamily="34" charset="0"/>
              </a:rPr>
              <a:t>Управление состоянием. </a:t>
            </a:r>
          </a:p>
          <a:p>
            <a:r>
              <a:rPr lang="ru-RU" sz="2400" dirty="0">
                <a:latin typeface="Arial Black" panose="020B0A04020102020204" pitchFamily="34" charset="0"/>
              </a:rPr>
              <a:t>Логика игры (текущее количество правильных ответов, текущий вопрос, оставшееся время) хранится в переменных JavaScript и обновляется в реальном времени.</a:t>
            </a:r>
          </a:p>
        </p:txBody>
      </p:sp>
      <p:sp>
        <p:nvSpPr>
          <p:cNvPr id="3" name="Прямоугольник: скругленные углы 2">
            <a:extLst>
              <a:ext uri="{FF2B5EF4-FFF2-40B4-BE49-F238E27FC236}">
                <a16:creationId xmlns:a16="http://schemas.microsoft.com/office/drawing/2014/main" id="{35F344BB-4622-DB04-99FB-B315D25C66E6}"/>
              </a:ext>
            </a:extLst>
          </p:cNvPr>
          <p:cNvSpPr/>
          <p:nvPr/>
        </p:nvSpPr>
        <p:spPr>
          <a:xfrm>
            <a:off x="-12501154" y="-4290570"/>
            <a:ext cx="4450080" cy="4775200"/>
          </a:xfrm>
          <a:prstGeom prst="roundRect">
            <a:avLst/>
          </a:prstGeom>
          <a:ln w="539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 name="Прямоугольник: скругленные углы 4">
            <a:extLst>
              <a:ext uri="{FF2B5EF4-FFF2-40B4-BE49-F238E27FC236}">
                <a16:creationId xmlns:a16="http://schemas.microsoft.com/office/drawing/2014/main" id="{F4A1A26B-9ACE-4725-BFA6-405FF2BC5778}"/>
              </a:ext>
            </a:extLst>
          </p:cNvPr>
          <p:cNvSpPr/>
          <p:nvPr/>
        </p:nvSpPr>
        <p:spPr>
          <a:xfrm>
            <a:off x="1564640" y="-10065657"/>
            <a:ext cx="4450080" cy="4775200"/>
          </a:xfrm>
          <a:prstGeom prst="roundRect">
            <a:avLst/>
          </a:prstGeom>
          <a:ln w="539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 name="Прямоугольник: скругленные углы 3">
            <a:extLst>
              <a:ext uri="{FF2B5EF4-FFF2-40B4-BE49-F238E27FC236}">
                <a16:creationId xmlns:a16="http://schemas.microsoft.com/office/drawing/2014/main" id="{48E81320-3304-370A-6398-DCB17403A1CC}"/>
              </a:ext>
            </a:extLst>
          </p:cNvPr>
          <p:cNvSpPr/>
          <p:nvPr/>
        </p:nvSpPr>
        <p:spPr>
          <a:xfrm>
            <a:off x="25058914" y="-878393"/>
            <a:ext cx="4450080" cy="4775200"/>
          </a:xfrm>
          <a:prstGeom prst="roundRect">
            <a:avLst/>
          </a:prstGeom>
          <a:ln w="539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sz="2400" dirty="0">
              <a:latin typeface="Arial Black" panose="020B0A04020102020204" pitchFamily="34" charset="0"/>
            </a:endParaRPr>
          </a:p>
        </p:txBody>
      </p:sp>
      <p:sp>
        <p:nvSpPr>
          <p:cNvPr id="9" name="TextBox 8">
            <a:extLst>
              <a:ext uri="{FF2B5EF4-FFF2-40B4-BE49-F238E27FC236}">
                <a16:creationId xmlns:a16="http://schemas.microsoft.com/office/drawing/2014/main" id="{C80EE336-F112-4E80-6544-6D512771896C}"/>
              </a:ext>
            </a:extLst>
          </p:cNvPr>
          <p:cNvSpPr txBox="1"/>
          <p:nvPr/>
        </p:nvSpPr>
        <p:spPr>
          <a:xfrm>
            <a:off x="1717040" y="185768"/>
            <a:ext cx="9880600" cy="1323439"/>
          </a:xfrm>
          <a:prstGeom prst="rect">
            <a:avLst/>
          </a:prstGeom>
        </p:spPr>
        <p:style>
          <a:lnRef idx="1">
            <a:schemeClr val="accent1"/>
          </a:lnRef>
          <a:fillRef idx="2">
            <a:schemeClr val="accent1"/>
          </a:fillRef>
          <a:effectRef idx="1">
            <a:schemeClr val="accent1"/>
          </a:effectRef>
          <a:fontRef idx="minor">
            <a:schemeClr val="dk1"/>
          </a:fontRef>
        </p:style>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4000" b="0" i="0" u="none" strike="noStrike" kern="1200" cap="none" spc="0" normalizeH="0" baseline="0" noProof="0" dirty="0">
                <a:ln>
                  <a:noFill/>
                </a:ln>
                <a:solidFill>
                  <a:prstClr val="white"/>
                </a:solidFill>
                <a:effectLst/>
                <a:uLnTx/>
                <a:uFillTx/>
                <a:latin typeface="Arial Black" panose="020B0A04020102020204" pitchFamily="34" charset="0"/>
                <a:ea typeface="+mn-ea"/>
                <a:cs typeface="+mn-cs"/>
              </a:rPr>
              <a:t>Основные задачи, решаемые JavaScript в данном проекте:</a:t>
            </a:r>
          </a:p>
        </p:txBody>
      </p:sp>
      <p:pic>
        <p:nvPicPr>
          <p:cNvPr id="6" name="Рисунок 5">
            <a:extLst>
              <a:ext uri="{FF2B5EF4-FFF2-40B4-BE49-F238E27FC236}">
                <a16:creationId xmlns:a16="http://schemas.microsoft.com/office/drawing/2014/main" id="{4546CCB9-AE75-AD1C-568A-4EBC94AAD825}"/>
              </a:ext>
            </a:extLst>
          </p:cNvPr>
          <p:cNvPicPr>
            <a:picLocks noChangeAspect="1"/>
          </p:cNvPicPr>
          <p:nvPr/>
        </p:nvPicPr>
        <p:blipFill>
          <a:blip r:embed="rId2"/>
          <a:stretch>
            <a:fillRect/>
          </a:stretch>
        </p:blipFill>
        <p:spPr>
          <a:xfrm>
            <a:off x="787400" y="2411670"/>
            <a:ext cx="5500651" cy="3690937"/>
          </a:xfrm>
          <a:prstGeom prst="rect">
            <a:avLst/>
          </a:prstGeom>
        </p:spPr>
      </p:pic>
    </p:spTree>
    <p:extLst>
      <p:ext uri="{BB962C8B-B14F-4D97-AF65-F5344CB8AC3E}">
        <p14:creationId xmlns:p14="http://schemas.microsoft.com/office/powerpoint/2010/main" val="94063846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accent1">
            <a:lumMod val="75000"/>
          </a:schemeClr>
        </a:solidFill>
        <a:effectLst/>
      </p:bgPr>
    </p:bg>
    <p:spTree>
      <p:nvGrpSpPr>
        <p:cNvPr id="1" name="">
          <a:extLst>
            <a:ext uri="{FF2B5EF4-FFF2-40B4-BE49-F238E27FC236}">
              <a16:creationId xmlns:a16="http://schemas.microsoft.com/office/drawing/2014/main" id="{06FA4444-95CF-86D8-B0A9-E82551171E67}"/>
            </a:ext>
          </a:extLst>
        </p:cNvPr>
        <p:cNvGrpSpPr/>
        <p:nvPr/>
      </p:nvGrpSpPr>
      <p:grpSpPr>
        <a:xfrm>
          <a:off x="0" y="0"/>
          <a:ext cx="0" cy="0"/>
          <a:chOff x="0" y="0"/>
          <a:chExt cx="0" cy="0"/>
        </a:xfrm>
      </p:grpSpPr>
      <p:pic>
        <p:nvPicPr>
          <p:cNvPr id="7" name="Рисунок 6">
            <a:extLst>
              <a:ext uri="{FF2B5EF4-FFF2-40B4-BE49-F238E27FC236}">
                <a16:creationId xmlns:a16="http://schemas.microsoft.com/office/drawing/2014/main" id="{03B892DA-4F4C-2978-42A8-CD20F600BA1E}"/>
              </a:ext>
            </a:extLst>
          </p:cNvPr>
          <p:cNvPicPr>
            <a:picLocks noChangeAspect="1"/>
          </p:cNvPicPr>
          <p:nvPr/>
        </p:nvPicPr>
        <p:blipFill>
          <a:blip r:embed="rId2"/>
          <a:stretch>
            <a:fillRect/>
          </a:stretch>
        </p:blipFill>
        <p:spPr>
          <a:xfrm>
            <a:off x="381655" y="1565006"/>
            <a:ext cx="9805630" cy="4012864"/>
          </a:xfrm>
          <a:prstGeom prst="rect">
            <a:avLst/>
          </a:prstGeom>
        </p:spPr>
      </p:pic>
      <p:sp>
        <p:nvSpPr>
          <p:cNvPr id="3" name="TextBox 2">
            <a:extLst>
              <a:ext uri="{FF2B5EF4-FFF2-40B4-BE49-F238E27FC236}">
                <a16:creationId xmlns:a16="http://schemas.microsoft.com/office/drawing/2014/main" id="{79D505D5-3C94-5DA9-BFBB-622521B6664A}"/>
              </a:ext>
            </a:extLst>
          </p:cNvPr>
          <p:cNvSpPr txBox="1"/>
          <p:nvPr/>
        </p:nvSpPr>
        <p:spPr>
          <a:xfrm>
            <a:off x="2296160" y="226814"/>
            <a:ext cx="7599680" cy="707886"/>
          </a:xfrm>
          <a:prstGeom prst="rect">
            <a:avLst/>
          </a:prstGeom>
          <a:noFill/>
        </p:spPr>
        <p:txBody>
          <a:bodyPr wrap="square">
            <a:spAutoFit/>
          </a:bodyPr>
          <a:lstStyle/>
          <a:p>
            <a:r>
              <a:rPr lang="ru-RU" sz="4000" dirty="0">
                <a:solidFill>
                  <a:schemeClr val="bg1"/>
                </a:solidFill>
                <a:latin typeface="Arial Black" panose="020B0A04020102020204" pitchFamily="34" charset="0"/>
              </a:rPr>
              <a:t>1.4 Адаптивный дизайн</a:t>
            </a:r>
          </a:p>
        </p:txBody>
      </p:sp>
      <p:pic>
        <p:nvPicPr>
          <p:cNvPr id="4" name="Рисунок 3">
            <a:extLst>
              <a:ext uri="{FF2B5EF4-FFF2-40B4-BE49-F238E27FC236}">
                <a16:creationId xmlns:a16="http://schemas.microsoft.com/office/drawing/2014/main" id="{9C101E3F-4BE8-33A2-6E28-E6E6A86D3617}"/>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8103" b="93621" l="10000" r="90000">
                        <a14:foregroundMark x1="32333" y1="65345" x2="33667" y2="75690"/>
                        <a14:foregroundMark x1="33667" y1="75690" x2="29222" y2="82759"/>
                        <a14:foregroundMark x1="12111" y1="86207" x2="27667" y2="88103"/>
                        <a14:foregroundMark x1="27667" y1="88103" x2="37111" y2="87931"/>
                        <a14:foregroundMark x1="37111" y1="87931" x2="38889" y2="88103"/>
                        <a14:foregroundMark x1="74444" y1="80862" x2="70889" y2="73966"/>
                        <a14:foregroundMark x1="78667" y1="58621" x2="80444" y2="45000"/>
                        <a14:foregroundMark x1="80444" y1="45000" x2="84667" y2="61552"/>
                        <a14:foregroundMark x1="84667" y1="61552" x2="81000" y2="74655"/>
                        <a14:foregroundMark x1="81000" y1="74655" x2="82111" y2="75517"/>
                        <a14:foregroundMark x1="77111" y1="75690" x2="71111" y2="77414"/>
                        <a14:foregroundMark x1="71111" y1="77414" x2="70222" y2="86552"/>
                        <a14:foregroundMark x1="70222" y1="86552" x2="73444" y2="92931"/>
                        <a14:foregroundMark x1="71889" y1="93793" x2="70556" y2="77931"/>
                        <a14:foregroundMark x1="70556" y1="77931" x2="71889" y2="73276"/>
                        <a14:foregroundMark x1="59000" y1="65517" x2="53889" y2="61552"/>
                        <a14:foregroundMark x1="53889" y1="61552" x2="58778" y2="63103"/>
                        <a14:foregroundMark x1="58667" y1="70517" x2="52889" y2="68621"/>
                        <a14:foregroundMark x1="29667" y1="50690" x2="30000" y2="48966"/>
                        <a14:foregroundMark x1="30556" y1="46207" x2="31000" y2="16724"/>
                        <a14:foregroundMark x1="31000" y1="16724" x2="34556" y2="8448"/>
                        <a14:foregroundMark x1="34556" y1="8448" x2="36333" y2="8103"/>
                      </a14:backgroundRemoval>
                    </a14:imgEffect>
                  </a14:imgLayer>
                </a14:imgProps>
              </a:ext>
            </a:extLst>
          </a:blip>
          <a:stretch>
            <a:fillRect/>
          </a:stretch>
        </p:blipFill>
        <p:spPr>
          <a:xfrm>
            <a:off x="9033510" y="4474382"/>
            <a:ext cx="3483610" cy="2244993"/>
          </a:xfrm>
          <a:prstGeom prst="rect">
            <a:avLst/>
          </a:prstGeom>
        </p:spPr>
      </p:pic>
      <p:sp>
        <p:nvSpPr>
          <p:cNvPr id="6" name="TextBox 5">
            <a:extLst>
              <a:ext uri="{FF2B5EF4-FFF2-40B4-BE49-F238E27FC236}">
                <a16:creationId xmlns:a16="http://schemas.microsoft.com/office/drawing/2014/main" id="{1C3C1538-2B6D-7B8B-DE19-0F7186A9D997}"/>
              </a:ext>
            </a:extLst>
          </p:cNvPr>
          <p:cNvSpPr txBox="1"/>
          <p:nvPr/>
        </p:nvSpPr>
        <p:spPr>
          <a:xfrm>
            <a:off x="487680" y="1545997"/>
            <a:ext cx="9593580" cy="4031873"/>
          </a:xfrm>
          <a:prstGeom prst="rect">
            <a:avLst/>
          </a:prstGeom>
          <a:noFill/>
        </p:spPr>
        <p:txBody>
          <a:bodyPr wrap="square">
            <a:spAutoFit/>
          </a:bodyPr>
          <a:lstStyle/>
          <a:p>
            <a:r>
              <a:rPr lang="ru-RU" sz="3200" dirty="0">
                <a:solidFill>
                  <a:schemeClr val="bg1"/>
                </a:solidFill>
                <a:latin typeface="Arial Black" panose="020B0A04020102020204" pitchFamily="34" charset="0"/>
              </a:rPr>
              <a:t>В условиях разнообразия устройств, на которых пользователи запускают веб-приложения, важным аспектом разработки является адаптивный дизайн. С помощью медиазапросов CSS обеспечивается корректное отображение элементов интерфейса на экранах разного размера.</a:t>
            </a:r>
          </a:p>
        </p:txBody>
      </p:sp>
    </p:spTree>
    <p:extLst>
      <p:ext uri="{BB962C8B-B14F-4D97-AF65-F5344CB8AC3E}">
        <p14:creationId xmlns:p14="http://schemas.microsoft.com/office/powerpoint/2010/main" val="62439622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accent1">
            <a:lumMod val="75000"/>
          </a:schemeClr>
        </a:solidFill>
        <a:effectLst/>
      </p:bgPr>
    </p:bg>
    <p:spTree>
      <p:nvGrpSpPr>
        <p:cNvPr id="1" name="">
          <a:extLst>
            <a:ext uri="{FF2B5EF4-FFF2-40B4-BE49-F238E27FC236}">
              <a16:creationId xmlns:a16="http://schemas.microsoft.com/office/drawing/2014/main" id="{D02109DA-48FA-7E85-B3C4-6798EF3FFBA8}"/>
            </a:ext>
          </a:extLst>
        </p:cNvPr>
        <p:cNvGrpSpPr/>
        <p:nvPr/>
      </p:nvGrpSpPr>
      <p:grpSpPr>
        <a:xfrm>
          <a:off x="0" y="0"/>
          <a:ext cx="0" cy="0"/>
          <a:chOff x="0" y="0"/>
          <a:chExt cx="0" cy="0"/>
        </a:xfrm>
      </p:grpSpPr>
      <p:pic>
        <p:nvPicPr>
          <p:cNvPr id="6" name="Рисунок 5">
            <a:extLst>
              <a:ext uri="{FF2B5EF4-FFF2-40B4-BE49-F238E27FC236}">
                <a16:creationId xmlns:a16="http://schemas.microsoft.com/office/drawing/2014/main" id="{D29CA34B-C761-11EB-22F3-8F80D7D66242}"/>
              </a:ext>
            </a:extLst>
          </p:cNvPr>
          <p:cNvPicPr>
            <a:picLocks noChangeAspect="1"/>
          </p:cNvPicPr>
          <p:nvPr/>
        </p:nvPicPr>
        <p:blipFill>
          <a:blip r:embed="rId2"/>
          <a:stretch>
            <a:fillRect/>
          </a:stretch>
        </p:blipFill>
        <p:spPr>
          <a:xfrm>
            <a:off x="774700" y="2159000"/>
            <a:ext cx="10706099" cy="1905000"/>
          </a:xfrm>
          <a:prstGeom prst="rect">
            <a:avLst/>
          </a:prstGeom>
        </p:spPr>
      </p:pic>
      <p:sp>
        <p:nvSpPr>
          <p:cNvPr id="3" name="TextBox 2">
            <a:extLst>
              <a:ext uri="{FF2B5EF4-FFF2-40B4-BE49-F238E27FC236}">
                <a16:creationId xmlns:a16="http://schemas.microsoft.com/office/drawing/2014/main" id="{16A88E01-F135-A894-735F-52E63B3B7F8E}"/>
              </a:ext>
            </a:extLst>
          </p:cNvPr>
          <p:cNvSpPr txBox="1"/>
          <p:nvPr/>
        </p:nvSpPr>
        <p:spPr>
          <a:xfrm>
            <a:off x="774700" y="272534"/>
            <a:ext cx="12217400" cy="707886"/>
          </a:xfrm>
          <a:prstGeom prst="rect">
            <a:avLst/>
          </a:prstGeom>
          <a:noFill/>
        </p:spPr>
        <p:txBody>
          <a:bodyPr wrap="square">
            <a:spAutoFit/>
          </a:bodyPr>
          <a:lstStyle/>
          <a:p>
            <a:r>
              <a:rPr lang="ru-RU" sz="4000" dirty="0">
                <a:solidFill>
                  <a:schemeClr val="bg1"/>
                </a:solidFill>
                <a:latin typeface="Arial Black" panose="020B0A04020102020204" pitchFamily="34" charset="0"/>
              </a:rPr>
              <a:t>1.5 Управление состоянием и таймер</a:t>
            </a:r>
          </a:p>
        </p:txBody>
      </p:sp>
      <p:sp>
        <p:nvSpPr>
          <p:cNvPr id="5" name="TextBox 4">
            <a:extLst>
              <a:ext uri="{FF2B5EF4-FFF2-40B4-BE49-F238E27FC236}">
                <a16:creationId xmlns:a16="http://schemas.microsoft.com/office/drawing/2014/main" id="{1CF00FCE-7B57-7CC6-EE77-54667079FE91}"/>
              </a:ext>
            </a:extLst>
          </p:cNvPr>
          <p:cNvSpPr txBox="1"/>
          <p:nvPr/>
        </p:nvSpPr>
        <p:spPr>
          <a:xfrm>
            <a:off x="969962" y="2326670"/>
            <a:ext cx="10252075" cy="1569660"/>
          </a:xfrm>
          <a:prstGeom prst="rect">
            <a:avLst/>
          </a:prstGeom>
          <a:noFill/>
        </p:spPr>
        <p:txBody>
          <a:bodyPr wrap="square">
            <a:spAutoFit/>
          </a:bodyPr>
          <a:lstStyle/>
          <a:p>
            <a:r>
              <a:rPr lang="ru-RU" sz="3200" dirty="0">
                <a:solidFill>
                  <a:schemeClr val="bg1"/>
                </a:solidFill>
                <a:latin typeface="Arial Black" panose="020B0A04020102020204" pitchFamily="34" charset="0"/>
              </a:rPr>
              <a:t>Одной из ключевых особенностей викторины является таймер, который отсчитывает время, отведённое на ответ.</a:t>
            </a:r>
          </a:p>
        </p:txBody>
      </p:sp>
      <p:pic>
        <p:nvPicPr>
          <p:cNvPr id="7" name="Рисунок 6">
            <a:extLst>
              <a:ext uri="{FF2B5EF4-FFF2-40B4-BE49-F238E27FC236}">
                <a16:creationId xmlns:a16="http://schemas.microsoft.com/office/drawing/2014/main" id="{91B56F01-8866-930C-FAD9-E22330932D8A}"/>
              </a:ext>
            </a:extLst>
          </p:cNvPr>
          <p:cNvPicPr>
            <a:picLocks noChangeAspect="1"/>
          </p:cNvPicPr>
          <p:nvPr/>
        </p:nvPicPr>
        <p:blipFill>
          <a:blip r:embed="rId3"/>
          <a:stretch>
            <a:fillRect/>
          </a:stretch>
        </p:blipFill>
        <p:spPr>
          <a:xfrm>
            <a:off x="10083800" y="1148090"/>
            <a:ext cx="1905000" cy="1905000"/>
          </a:xfrm>
          <a:prstGeom prst="rect">
            <a:avLst/>
          </a:prstGeom>
        </p:spPr>
      </p:pic>
    </p:spTree>
    <p:extLst>
      <p:ext uri="{BB962C8B-B14F-4D97-AF65-F5344CB8AC3E}">
        <p14:creationId xmlns:p14="http://schemas.microsoft.com/office/powerpoint/2010/main" val="329445653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accent1">
            <a:lumMod val="75000"/>
          </a:schemeClr>
        </a:solidFill>
        <a:effectLst/>
      </p:bgPr>
    </p:bg>
    <p:spTree>
      <p:nvGrpSpPr>
        <p:cNvPr id="1" name="">
          <a:extLst>
            <a:ext uri="{FF2B5EF4-FFF2-40B4-BE49-F238E27FC236}">
              <a16:creationId xmlns:a16="http://schemas.microsoft.com/office/drawing/2014/main" id="{E5971640-9BE4-2560-E0D1-D2989F4F5AF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8F3E47D-84E6-AA83-F86F-B9D390B9458F}"/>
              </a:ext>
            </a:extLst>
          </p:cNvPr>
          <p:cNvSpPr txBox="1"/>
          <p:nvPr/>
        </p:nvSpPr>
        <p:spPr>
          <a:xfrm>
            <a:off x="622300" y="221734"/>
            <a:ext cx="11569700" cy="769441"/>
          </a:xfrm>
          <a:prstGeom prst="rect">
            <a:avLst/>
          </a:prstGeom>
          <a:noFill/>
        </p:spPr>
        <p:txBody>
          <a:bodyPr wrap="square">
            <a:spAutoFit/>
          </a:bodyPr>
          <a:lstStyle/>
          <a:p>
            <a:r>
              <a:rPr lang="ru-RU" sz="4400" dirty="0">
                <a:solidFill>
                  <a:schemeClr val="bg1"/>
                </a:solidFill>
                <a:latin typeface="Arial Black" panose="020B0A04020102020204" pitchFamily="34" charset="0"/>
              </a:rPr>
              <a:t>1.6 Дополнительные технологии</a:t>
            </a:r>
          </a:p>
        </p:txBody>
      </p:sp>
      <p:sp>
        <p:nvSpPr>
          <p:cNvPr id="5" name="TextBox 4">
            <a:extLst>
              <a:ext uri="{FF2B5EF4-FFF2-40B4-BE49-F238E27FC236}">
                <a16:creationId xmlns:a16="http://schemas.microsoft.com/office/drawing/2014/main" id="{BC987FD9-EB90-88EC-8968-2639AD3EBA02}"/>
              </a:ext>
            </a:extLst>
          </p:cNvPr>
          <p:cNvSpPr txBox="1"/>
          <p:nvPr/>
        </p:nvSpPr>
        <p:spPr>
          <a:xfrm>
            <a:off x="546100" y="1289735"/>
            <a:ext cx="11099800" cy="1569660"/>
          </a:xfrm>
          <a:prstGeom prst="rect">
            <a:avLst/>
          </a:prstGeom>
          <a:gradFill>
            <a:gsLst>
              <a:gs pos="0">
                <a:schemeClr val="accent1">
                  <a:lumMod val="110000"/>
                  <a:satMod val="105000"/>
                  <a:tint val="67000"/>
                </a:schemeClr>
              </a:gs>
              <a:gs pos="50000">
                <a:schemeClr val="accent1">
                  <a:lumMod val="105000"/>
                  <a:satMod val="103000"/>
                  <a:tint val="73000"/>
                </a:schemeClr>
              </a:gs>
              <a:gs pos="100000">
                <a:schemeClr val="accent1">
                  <a:lumMod val="105000"/>
                  <a:satMod val="109000"/>
                  <a:tint val="81000"/>
                </a:schemeClr>
              </a:gs>
            </a:gsLst>
            <a:lin ang="5400000" scaled="0"/>
          </a:gradFill>
        </p:spPr>
        <p:txBody>
          <a:bodyPr wrap="square">
            <a:spAutoFit/>
          </a:bodyPr>
          <a:lstStyle/>
          <a:p>
            <a:r>
              <a:rPr lang="ru-RU" sz="3200" b="1" dirty="0">
                <a:solidFill>
                  <a:schemeClr val="bg1"/>
                </a:solidFill>
                <a:latin typeface="Arial Black" panose="020B0A04020102020204" pitchFamily="34" charset="0"/>
              </a:rPr>
              <a:t>В рамках данного проекта могут быть использованы следующие дополнительные инструменты:</a:t>
            </a:r>
          </a:p>
        </p:txBody>
      </p:sp>
      <p:sp>
        <p:nvSpPr>
          <p:cNvPr id="6" name="Прямоугольник: скругленные углы 5">
            <a:extLst>
              <a:ext uri="{FF2B5EF4-FFF2-40B4-BE49-F238E27FC236}">
                <a16:creationId xmlns:a16="http://schemas.microsoft.com/office/drawing/2014/main" id="{70D3C711-08D2-EA04-A069-658E2B23B270}"/>
              </a:ext>
            </a:extLst>
          </p:cNvPr>
          <p:cNvSpPr/>
          <p:nvPr/>
        </p:nvSpPr>
        <p:spPr>
          <a:xfrm>
            <a:off x="101600" y="3035300"/>
            <a:ext cx="3784600" cy="37084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342900" indent="-342900" algn="ctr">
              <a:buAutoNum type="arabicPeriod"/>
            </a:pPr>
            <a:r>
              <a:rPr lang="ru-RU" sz="2800" dirty="0">
                <a:latin typeface="Arial Black" panose="020B0A04020102020204" pitchFamily="34" charset="0"/>
              </a:rPr>
              <a:t>Расширение Live Server.</a:t>
            </a:r>
          </a:p>
          <a:p>
            <a:pPr algn="ctr"/>
            <a:endParaRPr lang="ru-RU" sz="2400" dirty="0">
              <a:latin typeface="Arial Black" panose="020B0A04020102020204" pitchFamily="34" charset="0"/>
            </a:endParaRPr>
          </a:p>
          <a:p>
            <a:pPr algn="ctr"/>
            <a:r>
              <a:rPr lang="ru-RU" sz="2000" dirty="0">
                <a:latin typeface="Arial Black" panose="020B0A04020102020204" pitchFamily="34" charset="0"/>
              </a:rPr>
              <a:t> Оно необходимо для корректного запуска приложения, так как использование API для загрузки вопросов требует работы через локальный сервер. </a:t>
            </a:r>
          </a:p>
        </p:txBody>
      </p:sp>
      <p:sp>
        <p:nvSpPr>
          <p:cNvPr id="9" name="Прямоугольник: скругленные углы 8">
            <a:extLst>
              <a:ext uri="{FF2B5EF4-FFF2-40B4-BE49-F238E27FC236}">
                <a16:creationId xmlns:a16="http://schemas.microsoft.com/office/drawing/2014/main" id="{BD2C6E55-ED03-BF89-DAB6-46D7FF537AFF}"/>
              </a:ext>
            </a:extLst>
          </p:cNvPr>
          <p:cNvSpPr/>
          <p:nvPr/>
        </p:nvSpPr>
        <p:spPr>
          <a:xfrm>
            <a:off x="4038598" y="3035300"/>
            <a:ext cx="3987801" cy="37084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514350" indent="-514350" algn="ctr">
              <a:buAutoNum type="arabicPeriod" startAt="2"/>
            </a:pPr>
            <a:r>
              <a:rPr lang="ru-RU" sz="2800" dirty="0">
                <a:latin typeface="Arial Black" panose="020B0A04020102020204" pitchFamily="34" charset="0"/>
              </a:rPr>
              <a:t>Консоль разработчика.</a:t>
            </a:r>
          </a:p>
          <a:p>
            <a:pPr algn="ctr"/>
            <a:endParaRPr lang="ru-RU" sz="2800" dirty="0">
              <a:latin typeface="Arial Black" panose="020B0A04020102020204" pitchFamily="34" charset="0"/>
            </a:endParaRPr>
          </a:p>
          <a:p>
            <a:pPr algn="ctr"/>
            <a:r>
              <a:rPr lang="ru-RU" sz="2400" dirty="0">
                <a:latin typeface="Arial Black" panose="020B0A04020102020204" pitchFamily="34" charset="0"/>
              </a:rPr>
              <a:t> Этот инструмент помогает выявлять ошибки в коде и тестировать функции приложения.</a:t>
            </a:r>
            <a:endParaRPr lang="ru-RU" dirty="0">
              <a:latin typeface="Arial Black" panose="020B0A04020102020204" pitchFamily="34" charset="0"/>
            </a:endParaRPr>
          </a:p>
        </p:txBody>
      </p:sp>
      <p:sp>
        <p:nvSpPr>
          <p:cNvPr id="10" name="Прямоугольник: скругленные углы 9">
            <a:extLst>
              <a:ext uri="{FF2B5EF4-FFF2-40B4-BE49-F238E27FC236}">
                <a16:creationId xmlns:a16="http://schemas.microsoft.com/office/drawing/2014/main" id="{66F16F3B-EBB3-4141-764E-7806E403DB5B}"/>
              </a:ext>
            </a:extLst>
          </p:cNvPr>
          <p:cNvSpPr/>
          <p:nvPr/>
        </p:nvSpPr>
        <p:spPr>
          <a:xfrm>
            <a:off x="8153402" y="3035300"/>
            <a:ext cx="3784600" cy="37084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342900" indent="-342900" algn="ctr">
              <a:buAutoNum type="arabicPeriod" startAt="3"/>
            </a:pPr>
            <a:r>
              <a:rPr lang="ru-RU" sz="2800" dirty="0">
                <a:latin typeface="Arial Black" panose="020B0A04020102020204" pitchFamily="34" charset="0"/>
              </a:rPr>
              <a:t>Библиотеки и фреймворки. </a:t>
            </a:r>
          </a:p>
          <a:p>
            <a:pPr algn="ctr"/>
            <a:endParaRPr lang="ru-RU" dirty="0">
              <a:latin typeface="Arial Black" panose="020B0A04020102020204" pitchFamily="34" charset="0"/>
            </a:endParaRPr>
          </a:p>
          <a:p>
            <a:pPr algn="ctr"/>
            <a:r>
              <a:rPr lang="ru-RU" dirty="0">
                <a:latin typeface="Arial Black" panose="020B0A04020102020204" pitchFamily="34" charset="0"/>
              </a:rPr>
              <a:t>Хотя в данном проекте они не используются, возможна интеграция популярных библиотек, таких как </a:t>
            </a:r>
            <a:r>
              <a:rPr lang="ru-RU" dirty="0" err="1">
                <a:latin typeface="Arial Black" panose="020B0A04020102020204" pitchFamily="34" charset="0"/>
              </a:rPr>
              <a:t>React</a:t>
            </a:r>
            <a:r>
              <a:rPr lang="ru-RU" dirty="0">
                <a:latin typeface="Arial Black" panose="020B0A04020102020204" pitchFamily="34" charset="0"/>
              </a:rPr>
              <a:t>, для упрощения разработки более сложных приложений.</a:t>
            </a:r>
            <a:endParaRPr lang="ru-RU" sz="1400" dirty="0">
              <a:latin typeface="Arial Black" panose="020B0A04020102020204" pitchFamily="34" charset="0"/>
            </a:endParaRPr>
          </a:p>
        </p:txBody>
      </p:sp>
      <p:pic>
        <p:nvPicPr>
          <p:cNvPr id="11" name="Рисунок 10">
            <a:extLst>
              <a:ext uri="{FF2B5EF4-FFF2-40B4-BE49-F238E27FC236}">
                <a16:creationId xmlns:a16="http://schemas.microsoft.com/office/drawing/2014/main" id="{1EAC3E2A-75ED-45A2-F6BE-71621311B64F}"/>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10000" b="90000" l="10000" r="90600">
                        <a14:foregroundMark x1="23600" y1="78800" x2="12000" y2="60200"/>
                        <a14:foregroundMark x1="12000" y1="60200" x2="16200" y2="35800"/>
                        <a14:foregroundMark x1="16200" y1="35800" x2="23000" y2="24600"/>
                        <a14:foregroundMark x1="38000" y1="66000" x2="28400" y2="49000"/>
                        <a14:foregroundMark x1="28400" y1="49000" x2="33400" y2="38000"/>
                        <a14:foregroundMark x1="51600" y1="47400" x2="51800" y2="52200"/>
                        <a14:foregroundMark x1="66000" y1="67800" x2="72200" y2="52000"/>
                        <a14:foregroundMark x1="72200" y1="52000" x2="67000" y2="34600"/>
                        <a14:foregroundMark x1="48400" y1="52600" x2="52200" y2="53000"/>
                        <a14:foregroundMark x1="90200" y1="55600" x2="89600" y2="44000"/>
                        <a14:foregroundMark x1="89600" y1="44000" x2="90600" y2="42200"/>
                        <a14:foregroundMark x1="51000" y1="51600" x2="49200" y2="48200"/>
                      </a14:backgroundRemoval>
                    </a14:imgEffect>
                  </a14:imgLayer>
                </a14:imgProps>
              </a:ext>
            </a:extLst>
          </a:blip>
          <a:stretch>
            <a:fillRect/>
          </a:stretch>
        </p:blipFill>
        <p:spPr>
          <a:xfrm>
            <a:off x="139699" y="3429000"/>
            <a:ext cx="812802" cy="812802"/>
          </a:xfrm>
          <a:prstGeom prst="rect">
            <a:avLst/>
          </a:prstGeom>
        </p:spPr>
      </p:pic>
      <p:pic>
        <p:nvPicPr>
          <p:cNvPr id="12" name="Рисунок 11">
            <a:extLst>
              <a:ext uri="{FF2B5EF4-FFF2-40B4-BE49-F238E27FC236}">
                <a16:creationId xmlns:a16="http://schemas.microsoft.com/office/drawing/2014/main" id="{FC99CA23-30C8-595D-4410-95D9509D3672}"/>
              </a:ext>
            </a:extLst>
          </p:cNvPr>
          <p:cNvPicPr>
            <a:picLocks noChangeAspect="1"/>
          </p:cNvPicPr>
          <p:nvPr/>
        </p:nvPicPr>
        <p:blipFill>
          <a:blip r:embed="rId4"/>
          <a:stretch>
            <a:fillRect/>
          </a:stretch>
        </p:blipFill>
        <p:spPr>
          <a:xfrm>
            <a:off x="3962403" y="3598556"/>
            <a:ext cx="800100" cy="800100"/>
          </a:xfrm>
          <a:prstGeom prst="rect">
            <a:avLst/>
          </a:prstGeom>
        </p:spPr>
      </p:pic>
      <p:pic>
        <p:nvPicPr>
          <p:cNvPr id="13" name="Рисунок 12">
            <a:extLst>
              <a:ext uri="{FF2B5EF4-FFF2-40B4-BE49-F238E27FC236}">
                <a16:creationId xmlns:a16="http://schemas.microsoft.com/office/drawing/2014/main" id="{6AADA598-AEFE-3318-6691-5E46506300EE}"/>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14834" b="63871" l="24081" r="75921">
                        <a14:foregroundMark x1="27200" y1="40926" x2="31000" y2="40185"/>
                        <a14:foregroundMark x1="34600" y1="30926" x2="34200" y2="26296"/>
                        <a14:foregroundMark x1="52400" y1="21296" x2="52400" y2="22963"/>
                        <a14:foregroundMark x1="65800" y1="27407" x2="65600" y2="30926"/>
                        <a14:foregroundMark x1="74800" y1="43519" x2="74400" y2="44630"/>
                        <a14:foregroundMark x1="66200" y1="56667" x2="64600" y2="59074"/>
                        <a14:foregroundMark x1="48800" y1="62407" x2="48400" y2="63704"/>
                        <a14:foregroundMark x1="35000" y1="57963" x2="34800" y2="57407"/>
                        <a14:foregroundMark x1="51400" y1="41667" x2="51400" y2="43889"/>
                        <a14:foregroundMark x1="34600" y1="57037" x2="34600" y2="57037"/>
                        <a14:foregroundMark x1="35400" y1="57037" x2="34800" y2="57037"/>
                        <a14:foregroundMark x1="34800" y1="56852" x2="34800" y2="56852"/>
                        <a14:foregroundMark x1="51000" y1="62037" x2="48800" y2="62593"/>
                        <a14:foregroundMark x1="74200" y1="41852" x2="71000" y2="41481"/>
                        <a14:foregroundMark x1="50000" y1="20370" x2="51200" y2="21296"/>
                      </a14:backgroundRemoval>
                    </a14:imgEffect>
                  </a14:imgLayer>
                </a14:imgProps>
              </a:ext>
            </a:extLst>
          </a:blip>
          <a:srcRect l="17601" t="8704" r="17599" b="30000"/>
          <a:stretch/>
        </p:blipFill>
        <p:spPr>
          <a:xfrm>
            <a:off x="8153402" y="3553423"/>
            <a:ext cx="814929" cy="832535"/>
          </a:xfrm>
          <a:prstGeom prst="rect">
            <a:avLst/>
          </a:prstGeom>
        </p:spPr>
      </p:pic>
    </p:spTree>
    <p:extLst>
      <p:ext uri="{BB962C8B-B14F-4D97-AF65-F5344CB8AC3E}">
        <p14:creationId xmlns:p14="http://schemas.microsoft.com/office/powerpoint/2010/main" val="205866218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accent1">
            <a:lumMod val="75000"/>
          </a:schemeClr>
        </a:solidFill>
        <a:effectLst/>
      </p:bgPr>
    </p:bg>
    <p:spTree>
      <p:nvGrpSpPr>
        <p:cNvPr id="1" name="">
          <a:extLst>
            <a:ext uri="{FF2B5EF4-FFF2-40B4-BE49-F238E27FC236}">
              <a16:creationId xmlns:a16="http://schemas.microsoft.com/office/drawing/2014/main" id="{1212230E-3897-D1E7-BE78-0FE9F4ED016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6784F5F-D0F1-13E3-D121-88F676F53312}"/>
              </a:ext>
            </a:extLst>
          </p:cNvPr>
          <p:cNvSpPr txBox="1"/>
          <p:nvPr/>
        </p:nvSpPr>
        <p:spPr>
          <a:xfrm>
            <a:off x="2819400" y="297934"/>
            <a:ext cx="8724900" cy="769441"/>
          </a:xfrm>
          <a:prstGeom prst="rect">
            <a:avLst/>
          </a:prstGeom>
          <a:noFill/>
        </p:spPr>
        <p:txBody>
          <a:bodyPr wrap="square">
            <a:spAutoFit/>
          </a:bodyPr>
          <a:lstStyle/>
          <a:p>
            <a:r>
              <a:rPr lang="ru-RU" sz="4400" dirty="0">
                <a:solidFill>
                  <a:schemeClr val="bg1"/>
                </a:solidFill>
                <a:latin typeface="Arial Black" panose="020B0A04020102020204" pitchFamily="34" charset="0"/>
              </a:rPr>
              <a:t>Архитектура проекта</a:t>
            </a:r>
          </a:p>
        </p:txBody>
      </p:sp>
      <p:sp>
        <p:nvSpPr>
          <p:cNvPr id="5" name="TextBox 4">
            <a:extLst>
              <a:ext uri="{FF2B5EF4-FFF2-40B4-BE49-F238E27FC236}">
                <a16:creationId xmlns:a16="http://schemas.microsoft.com/office/drawing/2014/main" id="{673325BC-04BD-A7A3-8EF5-C293B6102FA5}"/>
              </a:ext>
            </a:extLst>
          </p:cNvPr>
          <p:cNvSpPr txBox="1"/>
          <p:nvPr/>
        </p:nvSpPr>
        <p:spPr>
          <a:xfrm>
            <a:off x="596900" y="1624737"/>
            <a:ext cx="10629900" cy="4031873"/>
          </a:xfrm>
          <a:prstGeom prst="rect">
            <a:avLst/>
          </a:prstGeom>
          <a:solidFill>
            <a:schemeClr val="accent1">
              <a:lumMod val="60000"/>
              <a:lumOff val="40000"/>
            </a:schemeClr>
          </a:solidFill>
        </p:spPr>
        <p:txBody>
          <a:bodyPr wrap="square">
            <a:spAutoFit/>
          </a:bodyPr>
          <a:lstStyle/>
          <a:p>
            <a:r>
              <a:rPr lang="ru-RU" sz="3200" dirty="0">
                <a:solidFill>
                  <a:schemeClr val="bg1"/>
                </a:solidFill>
                <a:latin typeface="Arial Black" panose="020B0A04020102020204" pitchFamily="34" charset="0"/>
              </a:rPr>
              <a:t>Проект интерактивной викторины построен таким образом, чтобы обеспечить логическую структуру, удобство разработки и последующего масштабирования. Основой архитектуры является принцип модульности: код разделён на отдельные компоненты, каждый из которых отвечает за выполнение конкретной задачи. </a:t>
            </a:r>
          </a:p>
        </p:txBody>
      </p:sp>
      <p:pic>
        <p:nvPicPr>
          <p:cNvPr id="6" name="Рисунок 5">
            <a:extLst>
              <a:ext uri="{FF2B5EF4-FFF2-40B4-BE49-F238E27FC236}">
                <a16:creationId xmlns:a16="http://schemas.microsoft.com/office/drawing/2014/main" id="{F23DDE4B-04A6-73EB-ADBD-98FE7EE77C9F}"/>
              </a:ext>
            </a:extLst>
          </p:cNvPr>
          <p:cNvPicPr>
            <a:picLocks noChangeAspect="1"/>
          </p:cNvPicPr>
          <p:nvPr/>
        </p:nvPicPr>
        <p:blipFill>
          <a:blip r:embed="rId3"/>
          <a:stretch>
            <a:fillRect/>
          </a:stretch>
        </p:blipFill>
        <p:spPr>
          <a:xfrm>
            <a:off x="3696940" y="5710264"/>
            <a:ext cx="1116360" cy="1116360"/>
          </a:xfrm>
          <a:prstGeom prst="rect">
            <a:avLst/>
          </a:prstGeom>
        </p:spPr>
      </p:pic>
      <p:pic>
        <p:nvPicPr>
          <p:cNvPr id="7" name="Рисунок 6">
            <a:extLst>
              <a:ext uri="{FF2B5EF4-FFF2-40B4-BE49-F238E27FC236}">
                <a16:creationId xmlns:a16="http://schemas.microsoft.com/office/drawing/2014/main" id="{ABAB0766-FA28-B5A6-6F75-A29DA8B0F03C}"/>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4222" b="90000" l="0" r="97000">
                        <a14:foregroundMark x1="6889" y1="8111" x2="222" y2="16444"/>
                        <a14:foregroundMark x1="2000" y1="18000" x2="3000" y2="23111"/>
                        <a14:foregroundMark x1="94463" y1="17748" x2="96667" y2="18556"/>
                        <a14:foregroundMark x1="90000" y1="16111" x2="94326" y2="17697"/>
                        <a14:foregroundMark x1="96667" y1="18556" x2="97000" y2="18889"/>
                        <a14:foregroundMark x1="12000" y1="5556" x2="14444" y2="4222"/>
                        <a14:foregroundMark x1="41667" y1="49111" x2="43667" y2="46444"/>
                        <a14:foregroundMark x1="44222" y1="66111" x2="48000" y2="65889"/>
                        <a14:backgroundMark x1="14222" y1="4111" x2="14222" y2="4111"/>
                        <a14:backgroundMark x1="15778" y1="3667" x2="15778" y2="4778"/>
                        <a14:backgroundMark x1="95000" y1="19667" x2="94778" y2="18667"/>
                      </a14:backgroundRemoval>
                    </a14:imgEffect>
                  </a14:imgLayer>
                </a14:imgProps>
              </a:ext>
            </a:extLst>
          </a:blip>
          <a:stretch>
            <a:fillRect/>
          </a:stretch>
        </p:blipFill>
        <p:spPr>
          <a:xfrm>
            <a:off x="5511800" y="5678888"/>
            <a:ext cx="1202208" cy="1202208"/>
          </a:xfrm>
          <a:prstGeom prst="rect">
            <a:avLst/>
          </a:prstGeom>
        </p:spPr>
      </p:pic>
      <p:pic>
        <p:nvPicPr>
          <p:cNvPr id="8" name="Рисунок 7">
            <a:extLst>
              <a:ext uri="{FF2B5EF4-FFF2-40B4-BE49-F238E27FC236}">
                <a16:creationId xmlns:a16="http://schemas.microsoft.com/office/drawing/2014/main" id="{6FE630B8-ED16-BB80-7DC8-490833C909C9}"/>
              </a:ext>
            </a:extLst>
          </p:cNvPr>
          <p:cNvPicPr>
            <a:picLocks noChangeAspect="1"/>
          </p:cNvPicPr>
          <p:nvPr/>
        </p:nvPicPr>
        <p:blipFill>
          <a:blip r:embed="rId6"/>
          <a:stretch>
            <a:fillRect/>
          </a:stretch>
        </p:blipFill>
        <p:spPr>
          <a:xfrm>
            <a:off x="7412508" y="5710264"/>
            <a:ext cx="1202208" cy="1202208"/>
          </a:xfrm>
          <a:prstGeom prst="rect">
            <a:avLst/>
          </a:prstGeom>
        </p:spPr>
      </p:pic>
    </p:spTree>
    <p:extLst>
      <p:ext uri="{BB962C8B-B14F-4D97-AF65-F5344CB8AC3E}">
        <p14:creationId xmlns:p14="http://schemas.microsoft.com/office/powerpoint/2010/main" val="415286849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accent1">
            <a:lumMod val="75000"/>
          </a:schemeClr>
        </a:solidFill>
        <a:effectLst/>
      </p:bgPr>
    </p:bg>
    <p:spTree>
      <p:nvGrpSpPr>
        <p:cNvPr id="1" name="">
          <a:extLst>
            <a:ext uri="{FF2B5EF4-FFF2-40B4-BE49-F238E27FC236}">
              <a16:creationId xmlns:a16="http://schemas.microsoft.com/office/drawing/2014/main" id="{94F68BFE-9AB2-B639-8AFC-0261C12E08A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4AF178F-D8F8-990E-9944-616CE3CB9D8B}"/>
              </a:ext>
            </a:extLst>
          </p:cNvPr>
          <p:cNvSpPr txBox="1"/>
          <p:nvPr/>
        </p:nvSpPr>
        <p:spPr>
          <a:xfrm>
            <a:off x="4051300" y="305068"/>
            <a:ext cx="6096000" cy="707886"/>
          </a:xfrm>
          <a:prstGeom prst="rect">
            <a:avLst/>
          </a:prstGeom>
          <a:noFill/>
        </p:spPr>
        <p:txBody>
          <a:bodyPr wrap="square">
            <a:spAutoFit/>
          </a:bodyPr>
          <a:lstStyle/>
          <a:p>
            <a:r>
              <a:rPr lang="ru-RU" sz="4000" dirty="0">
                <a:solidFill>
                  <a:schemeClr val="bg1"/>
                </a:solidFill>
                <a:latin typeface="Arial Black" panose="020B0A04020102020204" pitchFamily="34" charset="0"/>
              </a:rPr>
              <a:t>2.1	Интерфейс</a:t>
            </a:r>
          </a:p>
        </p:txBody>
      </p:sp>
      <p:sp>
        <p:nvSpPr>
          <p:cNvPr id="5" name="TextBox 4">
            <a:extLst>
              <a:ext uri="{FF2B5EF4-FFF2-40B4-BE49-F238E27FC236}">
                <a16:creationId xmlns:a16="http://schemas.microsoft.com/office/drawing/2014/main" id="{BB969B0D-CCD0-DB48-28A1-2A528DF26C11}"/>
              </a:ext>
            </a:extLst>
          </p:cNvPr>
          <p:cNvSpPr txBox="1"/>
          <p:nvPr/>
        </p:nvSpPr>
        <p:spPr>
          <a:xfrm>
            <a:off x="209550" y="1182231"/>
            <a:ext cx="11772900" cy="2246769"/>
          </a:xfrm>
          <a:prstGeom prst="rect">
            <a:avLst/>
          </a:prstGeom>
          <a:solidFill>
            <a:schemeClr val="accent1">
              <a:lumMod val="60000"/>
              <a:lumOff val="40000"/>
            </a:schemeClr>
          </a:solidFill>
        </p:spPr>
        <p:txBody>
          <a:bodyPr wrap="square">
            <a:spAutoFit/>
          </a:bodyPr>
          <a:lstStyle/>
          <a:p>
            <a:r>
              <a:rPr lang="ru-RU" sz="2800" dirty="0">
                <a:solidFill>
                  <a:schemeClr val="bg1"/>
                </a:solidFill>
                <a:latin typeface="Arial Black" panose="020B0A04020102020204" pitchFamily="34" charset="0"/>
              </a:rPr>
              <a:t>Основой пользовательского взаимодействия служат HTML и CSS. HTML-страница структурирует элементы интерфейса, такие как стартовый экран, экран выбора уровня сложности, вопросы и ответы, а также прогресс-бар и экран с результатами. </a:t>
            </a:r>
          </a:p>
        </p:txBody>
      </p:sp>
      <p:sp>
        <p:nvSpPr>
          <p:cNvPr id="7" name="TextBox 6">
            <a:extLst>
              <a:ext uri="{FF2B5EF4-FFF2-40B4-BE49-F238E27FC236}">
                <a16:creationId xmlns:a16="http://schemas.microsoft.com/office/drawing/2014/main" id="{F1A141D0-D346-41DD-2853-BFA7B6E69F2A}"/>
              </a:ext>
            </a:extLst>
          </p:cNvPr>
          <p:cNvSpPr txBox="1"/>
          <p:nvPr/>
        </p:nvSpPr>
        <p:spPr>
          <a:xfrm>
            <a:off x="1628775" y="3598277"/>
            <a:ext cx="8934450" cy="707886"/>
          </a:xfrm>
          <a:prstGeom prst="rect">
            <a:avLst/>
          </a:prstGeom>
          <a:noFill/>
        </p:spPr>
        <p:txBody>
          <a:bodyPr wrap="square">
            <a:spAutoFit/>
          </a:bodyPr>
          <a:lstStyle/>
          <a:p>
            <a:r>
              <a:rPr lang="ru-RU" sz="4000" dirty="0">
                <a:solidFill>
                  <a:schemeClr val="bg1"/>
                </a:solidFill>
                <a:latin typeface="Arial Black" panose="020B0A04020102020204" pitchFamily="34" charset="0"/>
              </a:rPr>
              <a:t>2.2 Функциональная логика</a:t>
            </a:r>
          </a:p>
        </p:txBody>
      </p:sp>
      <p:sp>
        <p:nvSpPr>
          <p:cNvPr id="9" name="TextBox 8">
            <a:extLst>
              <a:ext uri="{FF2B5EF4-FFF2-40B4-BE49-F238E27FC236}">
                <a16:creationId xmlns:a16="http://schemas.microsoft.com/office/drawing/2014/main" id="{87F56A04-B30D-01F2-124C-7743B5B4A038}"/>
              </a:ext>
            </a:extLst>
          </p:cNvPr>
          <p:cNvSpPr txBox="1"/>
          <p:nvPr/>
        </p:nvSpPr>
        <p:spPr>
          <a:xfrm>
            <a:off x="209550" y="4475440"/>
            <a:ext cx="11137900" cy="1815882"/>
          </a:xfrm>
          <a:prstGeom prst="rect">
            <a:avLst/>
          </a:prstGeom>
          <a:solidFill>
            <a:schemeClr val="accent1">
              <a:lumMod val="60000"/>
              <a:lumOff val="40000"/>
            </a:schemeClr>
          </a:solidFill>
        </p:spPr>
        <p:txBody>
          <a:bodyPr wrap="square">
            <a:spAutoFit/>
          </a:bodyPr>
          <a:lstStyle/>
          <a:p>
            <a:r>
              <a:rPr lang="ru-RU" sz="2800" dirty="0">
                <a:solidFill>
                  <a:schemeClr val="bg1"/>
                </a:solidFill>
                <a:latin typeface="Arial Black" panose="020B0A04020102020204" pitchFamily="34" charset="0"/>
              </a:rPr>
              <a:t>Вся интерактивность реализована с использованием JavaScript. Основной файл main.js содержит код, управляющий динамическими процессами приложения.</a:t>
            </a:r>
          </a:p>
        </p:txBody>
      </p:sp>
      <p:pic>
        <p:nvPicPr>
          <p:cNvPr id="10" name="Рисунок 9">
            <a:extLst>
              <a:ext uri="{FF2B5EF4-FFF2-40B4-BE49-F238E27FC236}">
                <a16:creationId xmlns:a16="http://schemas.microsoft.com/office/drawing/2014/main" id="{53254202-2C34-A350-D702-B4AFEBB83B39}"/>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10000" b="90000" l="3750" r="97813">
                        <a14:foregroundMark x1="90313" y1="20938" x2="88438" y2="43125"/>
                        <a14:foregroundMark x1="88438" y1="43125" x2="60000" y2="67188"/>
                        <a14:foregroundMark x1="60000" y1="67188" x2="32188" y2="58125"/>
                        <a14:foregroundMark x1="32188" y1="58125" x2="57500" y2="51250"/>
                        <a14:foregroundMark x1="57500" y1="51250" x2="56250" y2="55000"/>
                        <a14:foregroundMark x1="11250" y1="21563" x2="12812" y2="50625"/>
                        <a14:foregroundMark x1="12812" y1="50625" x2="40938" y2="76563"/>
                        <a14:foregroundMark x1="40938" y1="76563" x2="22813" y2="77813"/>
                        <a14:foregroundMark x1="48750" y1="83750" x2="62187" y2="75000"/>
                        <a14:foregroundMark x1="75000" y1="80313" x2="82188" y2="78750"/>
                        <a14:foregroundMark x1="92188" y1="77188" x2="89688" y2="63438"/>
                        <a14:foregroundMark x1="92188" y1="79063" x2="88438" y2="62500"/>
                        <a14:foregroundMark x1="94688" y1="54063" x2="90938" y2="41250"/>
                        <a14:foregroundMark x1="93750" y1="31563" x2="94063" y2="37813"/>
                        <a14:foregroundMark x1="5000" y1="23438" x2="3750" y2="54063"/>
                        <a14:foregroundMark x1="97813" y1="24688" x2="97188" y2="70313"/>
                      </a14:backgroundRemoval>
                    </a14:imgEffect>
                  </a14:imgLayer>
                </a14:imgProps>
              </a:ext>
            </a:extLst>
          </a:blip>
          <a:stretch>
            <a:fillRect/>
          </a:stretch>
        </p:blipFill>
        <p:spPr>
          <a:xfrm>
            <a:off x="9152662" y="-138604"/>
            <a:ext cx="1410563" cy="1410563"/>
          </a:xfrm>
          <a:prstGeom prst="rect">
            <a:avLst/>
          </a:prstGeom>
        </p:spPr>
      </p:pic>
      <p:pic>
        <p:nvPicPr>
          <p:cNvPr id="13" name="Рисунок 12">
            <a:extLst>
              <a:ext uri="{FF2B5EF4-FFF2-40B4-BE49-F238E27FC236}">
                <a16:creationId xmlns:a16="http://schemas.microsoft.com/office/drawing/2014/main" id="{AB1195FD-2BC7-39FC-B274-2ABE8EB7E711}"/>
              </a:ext>
            </a:extLst>
          </p:cNvPr>
          <p:cNvPicPr>
            <a:picLocks noChangeAspect="1"/>
          </p:cNvPicPr>
          <p:nvPr/>
        </p:nvPicPr>
        <p:blipFill>
          <a:blip r:embed="rId4"/>
          <a:stretch>
            <a:fillRect/>
          </a:stretch>
        </p:blipFill>
        <p:spPr>
          <a:xfrm>
            <a:off x="10855325" y="3114"/>
            <a:ext cx="1127125" cy="1127125"/>
          </a:xfrm>
          <a:prstGeom prst="rect">
            <a:avLst/>
          </a:prstGeom>
        </p:spPr>
      </p:pic>
      <p:pic>
        <p:nvPicPr>
          <p:cNvPr id="14" name="Рисунок 13">
            <a:extLst>
              <a:ext uri="{FF2B5EF4-FFF2-40B4-BE49-F238E27FC236}">
                <a16:creationId xmlns:a16="http://schemas.microsoft.com/office/drawing/2014/main" id="{406E3361-6DDC-067F-1895-49B7E41A15D4}"/>
              </a:ext>
            </a:extLst>
          </p:cNvPr>
          <p:cNvPicPr>
            <a:picLocks noChangeAspect="1"/>
          </p:cNvPicPr>
          <p:nvPr/>
        </p:nvPicPr>
        <p:blipFill>
          <a:blip r:embed="rId5"/>
          <a:stretch>
            <a:fillRect/>
          </a:stretch>
        </p:blipFill>
        <p:spPr>
          <a:xfrm>
            <a:off x="285767" y="3357875"/>
            <a:ext cx="1117565" cy="1117565"/>
          </a:xfrm>
          <a:prstGeom prst="rect">
            <a:avLst/>
          </a:prstGeom>
        </p:spPr>
      </p:pic>
    </p:spTree>
    <p:extLst>
      <p:ext uri="{BB962C8B-B14F-4D97-AF65-F5344CB8AC3E}">
        <p14:creationId xmlns:p14="http://schemas.microsoft.com/office/powerpoint/2010/main" val="6167388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accent1">
            <a:lumMod val="75000"/>
          </a:schemeClr>
        </a:solidFill>
        <a:effectLst/>
      </p:bgPr>
    </p:bg>
    <p:spTree>
      <p:nvGrpSpPr>
        <p:cNvPr id="1" name="">
          <a:extLst>
            <a:ext uri="{FF2B5EF4-FFF2-40B4-BE49-F238E27FC236}">
              <a16:creationId xmlns:a16="http://schemas.microsoft.com/office/drawing/2014/main" id="{F33F9B37-B5EF-7447-6C82-2D4A68AD680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C453C94-0EB4-71C2-90F1-0247C3B55593}"/>
              </a:ext>
            </a:extLst>
          </p:cNvPr>
          <p:cNvSpPr txBox="1"/>
          <p:nvPr/>
        </p:nvSpPr>
        <p:spPr>
          <a:xfrm>
            <a:off x="3187700" y="132834"/>
            <a:ext cx="6096000" cy="707886"/>
          </a:xfrm>
          <a:prstGeom prst="rect">
            <a:avLst/>
          </a:prstGeom>
          <a:noFill/>
        </p:spPr>
        <p:txBody>
          <a:bodyPr wrap="square">
            <a:spAutoFit/>
          </a:bodyPr>
          <a:lstStyle/>
          <a:p>
            <a:r>
              <a:rPr lang="ru-RU" sz="4000" b="1" dirty="0">
                <a:solidFill>
                  <a:schemeClr val="bg1"/>
                </a:solidFill>
                <a:latin typeface="Arial Black" panose="020B0A04020102020204" pitchFamily="34" charset="0"/>
                <a:cs typeface="Aharoni" panose="02010803020104030203" pitchFamily="2" charset="-79"/>
              </a:rPr>
              <a:t>Этапы разработки</a:t>
            </a:r>
          </a:p>
        </p:txBody>
      </p:sp>
      <p:sp>
        <p:nvSpPr>
          <p:cNvPr id="5" name="TextBox 4">
            <a:extLst>
              <a:ext uri="{FF2B5EF4-FFF2-40B4-BE49-F238E27FC236}">
                <a16:creationId xmlns:a16="http://schemas.microsoft.com/office/drawing/2014/main" id="{4D7AE1F4-78E5-1E8E-A547-4D5F78255B86}"/>
              </a:ext>
            </a:extLst>
          </p:cNvPr>
          <p:cNvSpPr txBox="1"/>
          <p:nvPr/>
        </p:nvSpPr>
        <p:spPr>
          <a:xfrm>
            <a:off x="0" y="1164134"/>
            <a:ext cx="11709400" cy="5693866"/>
          </a:xfrm>
          <a:prstGeom prst="rect">
            <a:avLst/>
          </a:prstGeom>
          <a:solidFill>
            <a:schemeClr val="accent1">
              <a:lumMod val="60000"/>
              <a:lumOff val="40000"/>
            </a:schemeClr>
          </a:solidFill>
        </p:spPr>
        <p:txBody>
          <a:bodyPr wrap="square">
            <a:spAutoFit/>
          </a:bodyPr>
          <a:lstStyle/>
          <a:p>
            <a:r>
              <a:rPr lang="ru-RU" sz="2800" dirty="0">
                <a:solidFill>
                  <a:schemeClr val="bg1"/>
                </a:solidFill>
                <a:latin typeface="Arial Black" panose="020B0A04020102020204" pitchFamily="34" charset="0"/>
              </a:rPr>
              <a:t>Каждый этап работы над проектом имел свои цели и особенности, которые позволили шаг за шагом реализовать функционал приложения и добиться его стабильной работы. </a:t>
            </a:r>
          </a:p>
          <a:p>
            <a:endParaRPr lang="ru-RU" sz="2800" dirty="0">
              <a:solidFill>
                <a:schemeClr val="bg1"/>
              </a:solidFill>
              <a:latin typeface="Arial Black" panose="020B0A04020102020204" pitchFamily="34" charset="0"/>
            </a:endParaRPr>
          </a:p>
          <a:p>
            <a:r>
              <a:rPr lang="ru-RU" sz="2800" dirty="0">
                <a:solidFill>
                  <a:schemeClr val="bg1"/>
                </a:solidFill>
                <a:latin typeface="Arial Black" panose="020B0A04020102020204" pitchFamily="34" charset="0"/>
              </a:rPr>
              <a:t>В самом начале важно было определить цель разработки. Основной замысел состоял в создании простого, но функционального веб-приложения, которое позволит пользователям проходить интерактивную викторину. </a:t>
            </a:r>
          </a:p>
          <a:p>
            <a:endParaRPr lang="ru-RU" sz="2800" dirty="0">
              <a:solidFill>
                <a:schemeClr val="bg1"/>
              </a:solidFill>
              <a:latin typeface="Arial Black" panose="020B0A04020102020204" pitchFamily="34" charset="0"/>
            </a:endParaRPr>
          </a:p>
          <a:p>
            <a:r>
              <a:rPr lang="ru-RU" sz="2800" dirty="0">
                <a:solidFill>
                  <a:schemeClr val="bg1"/>
                </a:solidFill>
                <a:latin typeface="Arial Black" panose="020B0A04020102020204" pitchFamily="34" charset="0"/>
              </a:rPr>
              <a:t>Первый шаг заключался в создании пользовательского интерфейса.</a:t>
            </a:r>
          </a:p>
        </p:txBody>
      </p:sp>
      <p:pic>
        <p:nvPicPr>
          <p:cNvPr id="6" name="Рисунок 5">
            <a:extLst>
              <a:ext uri="{FF2B5EF4-FFF2-40B4-BE49-F238E27FC236}">
                <a16:creationId xmlns:a16="http://schemas.microsoft.com/office/drawing/2014/main" id="{684E9D99-39F2-C479-6884-F1A138093738}"/>
              </a:ext>
            </a:extLst>
          </p:cNvPr>
          <p:cNvPicPr>
            <a:picLocks noChangeAspect="1"/>
          </p:cNvPicPr>
          <p:nvPr/>
        </p:nvPicPr>
        <p:blipFill>
          <a:blip r:embed="rId2"/>
          <a:stretch>
            <a:fillRect/>
          </a:stretch>
        </p:blipFill>
        <p:spPr>
          <a:xfrm>
            <a:off x="10553700" y="2933819"/>
            <a:ext cx="1745734" cy="1745734"/>
          </a:xfrm>
          <a:prstGeom prst="rect">
            <a:avLst/>
          </a:prstGeom>
        </p:spPr>
      </p:pic>
    </p:spTree>
    <p:extLst>
      <p:ext uri="{BB962C8B-B14F-4D97-AF65-F5344CB8AC3E}">
        <p14:creationId xmlns:p14="http://schemas.microsoft.com/office/powerpoint/2010/main" val="59678343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accent1">
            <a:lumMod val="75000"/>
          </a:schemeClr>
        </a:solidFill>
        <a:effectLst/>
      </p:bgPr>
    </p:bg>
    <p:spTree>
      <p:nvGrpSpPr>
        <p:cNvPr id="1" name="">
          <a:extLst>
            <a:ext uri="{FF2B5EF4-FFF2-40B4-BE49-F238E27FC236}">
              <a16:creationId xmlns:a16="http://schemas.microsoft.com/office/drawing/2014/main" id="{DB2F0375-61FA-B434-EB94-787F43AAB03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390681C-0D48-70D1-12FB-98870BEF37D7}"/>
              </a:ext>
            </a:extLst>
          </p:cNvPr>
          <p:cNvSpPr txBox="1"/>
          <p:nvPr/>
        </p:nvSpPr>
        <p:spPr>
          <a:xfrm>
            <a:off x="203200" y="366623"/>
            <a:ext cx="11785600" cy="6124754"/>
          </a:xfrm>
          <a:prstGeom prst="rect">
            <a:avLst/>
          </a:prstGeom>
          <a:noFill/>
        </p:spPr>
        <p:txBody>
          <a:bodyPr wrap="square">
            <a:spAutoFit/>
          </a:bodyPr>
          <a:lstStyle/>
          <a:p>
            <a:r>
              <a:rPr lang="ru-RU" sz="2800" dirty="0">
                <a:solidFill>
                  <a:schemeClr val="bg1"/>
                </a:solidFill>
                <a:latin typeface="Arial Black" panose="020B0A04020102020204" pitchFamily="34" charset="0"/>
              </a:rPr>
              <a:t>После этого началась реализация логики приложения. Основной задачей на данном этапе стало написание JavaScript-кода, который обеспечивал бы корректную работу всех элементов викторины.</a:t>
            </a:r>
          </a:p>
          <a:p>
            <a:endParaRPr lang="ru-RU" sz="2800" dirty="0">
              <a:solidFill>
                <a:schemeClr val="bg1"/>
              </a:solidFill>
              <a:latin typeface="Arial Black" panose="020B0A04020102020204" pitchFamily="34" charset="0"/>
            </a:endParaRPr>
          </a:p>
          <a:p>
            <a:r>
              <a:rPr lang="ru-RU" sz="2800" dirty="0">
                <a:solidFill>
                  <a:schemeClr val="bg1"/>
                </a:solidFill>
                <a:latin typeface="Arial Black" panose="020B0A04020102020204" pitchFamily="34" charset="0"/>
              </a:rPr>
              <a:t> Для начала была реализована загрузка вопросов через АРІ. Кроме того, была добавлена функция случайного выбора вопросов, чтобы каждая игра имела уникальный набор заданий. </a:t>
            </a:r>
          </a:p>
          <a:p>
            <a:endParaRPr lang="ru-RU" sz="2800" dirty="0">
              <a:solidFill>
                <a:schemeClr val="bg1"/>
              </a:solidFill>
              <a:latin typeface="Arial Black" panose="020B0A04020102020204" pitchFamily="34" charset="0"/>
            </a:endParaRPr>
          </a:p>
          <a:p>
            <a:r>
              <a:rPr lang="ru-RU" sz="2800" dirty="0">
                <a:solidFill>
                  <a:schemeClr val="bg1"/>
                </a:solidFill>
                <a:latin typeface="Arial Black" panose="020B0A04020102020204" pitchFamily="34" charset="0"/>
              </a:rPr>
              <a:t>Одним из ключевых моментов стало добавление системы таймера. Таймер выполнял не только роль ограничения времени на ответ, но и делал процесс более динамичным и увлекательным.</a:t>
            </a:r>
          </a:p>
        </p:txBody>
      </p:sp>
      <p:pic>
        <p:nvPicPr>
          <p:cNvPr id="4" name="Рисунок 3">
            <a:extLst>
              <a:ext uri="{FF2B5EF4-FFF2-40B4-BE49-F238E27FC236}">
                <a16:creationId xmlns:a16="http://schemas.microsoft.com/office/drawing/2014/main" id="{0C614F3E-DB69-C9C0-6D83-30E5A72D4953}"/>
              </a:ext>
            </a:extLst>
          </p:cNvPr>
          <p:cNvPicPr>
            <a:picLocks noChangeAspect="1"/>
          </p:cNvPicPr>
          <p:nvPr/>
        </p:nvPicPr>
        <p:blipFill>
          <a:blip r:embed="rId3"/>
          <a:stretch>
            <a:fillRect/>
          </a:stretch>
        </p:blipFill>
        <p:spPr>
          <a:xfrm>
            <a:off x="11061700" y="1308100"/>
            <a:ext cx="1130300" cy="1130300"/>
          </a:xfrm>
          <a:prstGeom prst="rect">
            <a:avLst/>
          </a:prstGeom>
        </p:spPr>
      </p:pic>
      <p:pic>
        <p:nvPicPr>
          <p:cNvPr id="5" name="Рисунок 4">
            <a:extLst>
              <a:ext uri="{FF2B5EF4-FFF2-40B4-BE49-F238E27FC236}">
                <a16:creationId xmlns:a16="http://schemas.microsoft.com/office/drawing/2014/main" id="{7C203DD0-8D75-E3D4-DA52-0FC5ADCA1B12}"/>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18048" b="84346" l="1053" r="99605">
                        <a14:foregroundMark x1="7763" y1="76059" x2="10132" y2="75875"/>
                        <a14:foregroundMark x1="4868" y1="79742" x2="4868" y2="79742"/>
                        <a14:foregroundMark x1="1184" y1="81215" x2="1184" y2="81215"/>
                        <a14:foregroundMark x1="34079" y1="71823" x2="34079" y2="73297"/>
                        <a14:foregroundMark x1="35132" y1="49908" x2="38289" y2="45304"/>
                        <a14:foregroundMark x1="37895" y1="39411" x2="33289" y2="46041"/>
                        <a14:foregroundMark x1="37368" y1="30387" x2="36711" y2="35727"/>
                        <a14:foregroundMark x1="34079" y1="32965" x2="32105" y2="41436"/>
                        <a14:foregroundMark x1="28026" y1="28913" x2="33289" y2="20810"/>
                        <a14:foregroundMark x1="33289" y1="20810" x2="40658" y2="20258"/>
                        <a14:foregroundMark x1="40658" y1="20258" x2="47632" y2="22284"/>
                        <a14:foregroundMark x1="47632" y1="22284" x2="56447" y2="18600"/>
                        <a14:foregroundMark x1="56447" y1="18600" x2="57368" y2="18600"/>
                        <a14:foregroundMark x1="44079" y1="21547" x2="49079" y2="22284"/>
                        <a14:foregroundMark x1="49474" y1="25967" x2="46184" y2="35543"/>
                        <a14:foregroundMark x1="55658" y1="37937" x2="48553" y2="47145"/>
                        <a14:foregroundMark x1="48553" y1="47145" x2="68947" y2="49724"/>
                        <a14:foregroundMark x1="68947" y1="49724" x2="71447" y2="53959"/>
                        <a14:foregroundMark x1="73684" y1="59300" x2="77105" y2="28361"/>
                        <a14:foregroundMark x1="77105" y1="28361" x2="76711" y2="58011"/>
                        <a14:foregroundMark x1="76711" y1="58011" x2="68421" y2="65746"/>
                        <a14:foregroundMark x1="68421" y1="65746" x2="58816" y2="69797"/>
                        <a14:foregroundMark x1="58816" y1="69797" x2="55921" y2="69429"/>
                        <a14:foregroundMark x1="56711" y1="65746" x2="76711" y2="63720"/>
                        <a14:foregroundMark x1="76711" y1="63720" x2="82237" y2="56538"/>
                        <a14:foregroundMark x1="82237" y1="56538" x2="81842" y2="31308"/>
                        <a14:foregroundMark x1="81842" y1="31308" x2="66316" y2="25414"/>
                        <a14:foregroundMark x1="66316" y1="25414" x2="41316" y2="26519"/>
                        <a14:foregroundMark x1="41316" y1="26519" x2="33553" y2="33149"/>
                        <a14:foregroundMark x1="33553" y1="33149" x2="34474" y2="60037"/>
                        <a14:foregroundMark x1="34474" y1="60037" x2="45395" y2="51197"/>
                        <a14:foregroundMark x1="45395" y1="51197" x2="45263" y2="65193"/>
                        <a14:foregroundMark x1="56184" y1="60958" x2="53684" y2="66114"/>
                        <a14:foregroundMark x1="60395" y1="60589" x2="51842" y2="52118"/>
                        <a14:foregroundMark x1="51842" y1="52118" x2="61447" y2="58011"/>
                        <a14:foregroundMark x1="61447" y1="58011" x2="60000" y2="59853"/>
                        <a14:foregroundMark x1="67237" y1="63536" x2="56974" y2="59116"/>
                        <a14:foregroundMark x1="58553" y1="53407" x2="56711" y2="51197"/>
                        <a14:foregroundMark x1="74737" y1="59116" x2="80789" y2="67587"/>
                        <a14:foregroundMark x1="80789" y1="67587" x2="79605" y2="67587"/>
                        <a14:foregroundMark x1="80132" y1="62983" x2="82500" y2="60958"/>
                        <a14:foregroundMark x1="85789" y1="56538" x2="87368" y2="60037"/>
                        <a14:foregroundMark x1="50132" y1="54696" x2="53289" y2="54144"/>
                        <a14:foregroundMark x1="36974" y1="56906" x2="28947" y2="59116"/>
                        <a14:foregroundMark x1="31711" y1="72376" x2="39342" y2="74217"/>
                        <a14:foregroundMark x1="39342" y1="74217" x2="41053" y2="75875"/>
                        <a14:foregroundMark x1="29079" y1="70902" x2="33684" y2="77348"/>
                        <a14:foregroundMark x1="28289" y1="75875" x2="29474" y2="74401"/>
                        <a14:foregroundMark x1="29868" y1="75138" x2="29868" y2="75138"/>
                        <a14:foregroundMark x1="30921" y1="75138" x2="36316" y2="83241"/>
                        <a14:foregroundMark x1="48947" y1="76059" x2="47895" y2="73849"/>
                        <a14:foregroundMark x1="47763" y1="74586" x2="47763" y2="74586"/>
                        <a14:foregroundMark x1="47763" y1="74586" x2="39211" y2="84530"/>
                        <a14:foregroundMark x1="39211" y1="84530" x2="31974" y2="83057"/>
                        <a14:foregroundMark x1="31974" y1="83057" x2="32500" y2="76059"/>
                        <a14:foregroundMark x1="46974" y1="82136" x2="76711" y2="80663"/>
                        <a14:foregroundMark x1="76711" y1="80663" x2="86184" y2="81768"/>
                        <a14:foregroundMark x1="86184" y1="81768" x2="99605" y2="80479"/>
                        <a14:foregroundMark x1="76974" y1="23020" x2="88158" y2="26519"/>
                        <a14:foregroundMark x1="88158" y1="26519" x2="88610" y2="26899"/>
                        <a14:foregroundMark x1="27368" y1="26703" x2="24868" y2="30018"/>
                        <a14:foregroundMark x1="26447" y1="28545" x2="25658" y2="23757"/>
                        <a14:backgroundMark x1="91053" y1="28545" x2="89868" y2="29098"/>
                      </a14:backgroundRemoval>
                    </a14:imgEffect>
                  </a14:imgLayer>
                </a14:imgProps>
              </a:ext>
            </a:extLst>
          </a:blip>
          <a:srcRect t="17341" r="351" b="16114"/>
          <a:stretch/>
        </p:blipFill>
        <p:spPr>
          <a:xfrm>
            <a:off x="10109200" y="3781470"/>
            <a:ext cx="2082800" cy="993730"/>
          </a:xfrm>
          <a:prstGeom prst="rect">
            <a:avLst/>
          </a:prstGeom>
        </p:spPr>
      </p:pic>
      <p:pic>
        <p:nvPicPr>
          <p:cNvPr id="6" name="Рисунок 5">
            <a:extLst>
              <a:ext uri="{FF2B5EF4-FFF2-40B4-BE49-F238E27FC236}">
                <a16:creationId xmlns:a16="http://schemas.microsoft.com/office/drawing/2014/main" id="{56F400F3-0EEA-5F55-3303-CCF712B6C8A0}"/>
              </a:ext>
            </a:extLst>
          </p:cNvPr>
          <p:cNvPicPr>
            <a:picLocks noChangeAspect="1"/>
          </p:cNvPicPr>
          <p:nvPr/>
        </p:nvPicPr>
        <p:blipFill>
          <a:blip r:embed="rId6">
            <a:extLst>
              <a:ext uri="{BEBA8EAE-BF5A-486C-A8C5-ECC9F3942E4B}">
                <a14:imgProps xmlns:a14="http://schemas.microsoft.com/office/drawing/2010/main">
                  <a14:imgLayer r:embed="rId7">
                    <a14:imgEffect>
                      <a14:backgroundRemoval t="3834" b="95367" l="10000" r="90000">
                        <a14:foregroundMark x1="27444" y1="20607" x2="29222" y2="19169"/>
                        <a14:foregroundMark x1="43222" y1="4473" x2="51444" y2="3834"/>
                        <a14:foregroundMark x1="55667" y1="35463" x2="57889" y2="47284"/>
                        <a14:foregroundMark x1="37444" y1="92013" x2="47222" y2="95367"/>
                        <a14:foregroundMark x1="26444" y1="16933" x2="24333" y2="21086"/>
                        <a14:foregroundMark x1="23000" y1="27476" x2="23444" y2="27476"/>
                      </a14:backgroundRemoval>
                    </a14:imgEffect>
                  </a14:imgLayer>
                </a14:imgProps>
              </a:ext>
            </a:extLst>
          </a:blip>
          <a:stretch>
            <a:fillRect/>
          </a:stretch>
        </p:blipFill>
        <p:spPr>
          <a:xfrm>
            <a:off x="10604997" y="5327888"/>
            <a:ext cx="1866403" cy="1298187"/>
          </a:xfrm>
          <a:prstGeom prst="rect">
            <a:avLst/>
          </a:prstGeom>
        </p:spPr>
      </p:pic>
    </p:spTree>
    <p:extLst>
      <p:ext uri="{BB962C8B-B14F-4D97-AF65-F5344CB8AC3E}">
        <p14:creationId xmlns:p14="http://schemas.microsoft.com/office/powerpoint/2010/main" val="108187844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accent1">
            <a:lumMod val="75000"/>
          </a:schemeClr>
        </a:solidFill>
        <a:effectLst/>
      </p:bgPr>
    </p:bg>
    <p:spTree>
      <p:nvGrpSpPr>
        <p:cNvPr id="1" name="">
          <a:extLst>
            <a:ext uri="{FF2B5EF4-FFF2-40B4-BE49-F238E27FC236}">
              <a16:creationId xmlns:a16="http://schemas.microsoft.com/office/drawing/2014/main" id="{A310068D-070C-DF24-759E-E223B138710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7FD4865-E287-2CC4-7C86-808BA80BCACE}"/>
              </a:ext>
            </a:extLst>
          </p:cNvPr>
          <p:cNvSpPr txBox="1"/>
          <p:nvPr/>
        </p:nvSpPr>
        <p:spPr>
          <a:xfrm>
            <a:off x="185057" y="390665"/>
            <a:ext cx="11408229" cy="5632311"/>
          </a:xfrm>
          <a:prstGeom prst="rect">
            <a:avLst/>
          </a:prstGeom>
          <a:noFill/>
        </p:spPr>
        <p:txBody>
          <a:bodyPr wrap="square">
            <a:spAutoFit/>
          </a:bodyPr>
          <a:lstStyle/>
          <a:p>
            <a:r>
              <a:rPr lang="ru-RU" sz="2400" dirty="0">
                <a:solidFill>
                  <a:schemeClr val="bg1"/>
                </a:solidFill>
                <a:latin typeface="Arial Black" panose="020B0A04020102020204" pitchFamily="34" charset="0"/>
              </a:rPr>
              <a:t>Не менее важной частью разработки стало добавление прогресс-бара, который отображал текущий ход игры и позволял пользователю отслеживать, сколько вопросов уже пройдено и сколько еще предстоит ответить. Этот элемент стал одним из центральных в пользовательском интерфейсе, так как помогал поддерживать интерес к игре и мотивировал завершить викторину. </a:t>
            </a:r>
          </a:p>
          <a:p>
            <a:endParaRPr lang="ru-RU" sz="2400" dirty="0">
              <a:solidFill>
                <a:schemeClr val="bg1"/>
              </a:solidFill>
              <a:latin typeface="Arial Black" panose="020B0A04020102020204" pitchFamily="34" charset="0"/>
            </a:endParaRPr>
          </a:p>
          <a:p>
            <a:endParaRPr lang="ru-RU" sz="2400" dirty="0">
              <a:solidFill>
                <a:schemeClr val="bg1"/>
              </a:solidFill>
              <a:latin typeface="Arial Black" panose="020B0A04020102020204" pitchFamily="34" charset="0"/>
            </a:endParaRPr>
          </a:p>
          <a:p>
            <a:endParaRPr lang="ru-RU" sz="2400" dirty="0">
              <a:solidFill>
                <a:schemeClr val="bg1"/>
              </a:solidFill>
              <a:latin typeface="Arial Black" panose="020B0A04020102020204" pitchFamily="34" charset="0"/>
            </a:endParaRPr>
          </a:p>
          <a:p>
            <a:r>
              <a:rPr lang="ru-RU" sz="2400" dirty="0">
                <a:solidFill>
                  <a:schemeClr val="bg1"/>
                </a:solidFill>
                <a:latin typeface="Arial Black" panose="020B0A04020102020204" pitchFamily="34" charset="0"/>
              </a:rPr>
              <a:t>Тестирование было неотъемлемой частью процесса разработки. На этом этапе проводились проверки работы всех функций, включая корректное отображение вопросов, смену экранов, подсчет баллов и обработку различных пользовательских действий.</a:t>
            </a:r>
          </a:p>
        </p:txBody>
      </p:sp>
      <p:pic>
        <p:nvPicPr>
          <p:cNvPr id="6" name="Рисунок 5">
            <a:extLst>
              <a:ext uri="{FF2B5EF4-FFF2-40B4-BE49-F238E27FC236}">
                <a16:creationId xmlns:a16="http://schemas.microsoft.com/office/drawing/2014/main" id="{33EAFAD1-6BD6-4F06-0D93-F8BEFCEC6175}"/>
              </a:ext>
            </a:extLst>
          </p:cNvPr>
          <p:cNvPicPr>
            <a:picLocks noChangeAspect="1"/>
          </p:cNvPicPr>
          <p:nvPr/>
        </p:nvPicPr>
        <p:blipFill>
          <a:blip r:embed="rId2"/>
          <a:srcRect l="-1450" t="16939" r="2809" b="27551"/>
          <a:stretch/>
        </p:blipFill>
        <p:spPr>
          <a:xfrm>
            <a:off x="4797197" y="2798413"/>
            <a:ext cx="5446259" cy="989816"/>
          </a:xfrm>
          <a:prstGeom prst="rect">
            <a:avLst/>
          </a:prstGeom>
        </p:spPr>
      </p:pic>
      <p:pic>
        <p:nvPicPr>
          <p:cNvPr id="7" name="Рисунок 6">
            <a:extLst>
              <a:ext uri="{FF2B5EF4-FFF2-40B4-BE49-F238E27FC236}">
                <a16:creationId xmlns:a16="http://schemas.microsoft.com/office/drawing/2014/main" id="{96E7789B-FFEF-10F2-4E3D-BA0CB0BB737C}"/>
              </a:ext>
            </a:extLst>
          </p:cNvPr>
          <p:cNvPicPr>
            <a:picLocks noChangeAspect="1"/>
          </p:cNvPicPr>
          <p:nvPr/>
        </p:nvPicPr>
        <p:blipFill>
          <a:blip r:embed="rId3"/>
          <a:stretch>
            <a:fillRect/>
          </a:stretch>
        </p:blipFill>
        <p:spPr>
          <a:xfrm>
            <a:off x="9546773" y="5170714"/>
            <a:ext cx="1687286" cy="1687286"/>
          </a:xfrm>
          <a:prstGeom prst="rect">
            <a:avLst/>
          </a:prstGeom>
        </p:spPr>
      </p:pic>
    </p:spTree>
    <p:extLst>
      <p:ext uri="{BB962C8B-B14F-4D97-AF65-F5344CB8AC3E}">
        <p14:creationId xmlns:p14="http://schemas.microsoft.com/office/powerpoint/2010/main" val="199036487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accent1">
            <a:lumMod val="75000"/>
          </a:schemeClr>
        </a:solidFill>
        <a:effectLst/>
      </p:bgPr>
    </p:bg>
    <p:spTree>
      <p:nvGrpSpPr>
        <p:cNvPr id="1" name="">
          <a:extLst>
            <a:ext uri="{FF2B5EF4-FFF2-40B4-BE49-F238E27FC236}">
              <a16:creationId xmlns:a16="http://schemas.microsoft.com/office/drawing/2014/main" id="{2CEA5687-58B9-6E38-5F62-AD908FFEB61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F78FCDC-3520-3EB6-67B0-4989640986C7}"/>
              </a:ext>
            </a:extLst>
          </p:cNvPr>
          <p:cNvSpPr txBox="1"/>
          <p:nvPr/>
        </p:nvSpPr>
        <p:spPr>
          <a:xfrm>
            <a:off x="0" y="353923"/>
            <a:ext cx="12246428" cy="5632311"/>
          </a:xfrm>
          <a:prstGeom prst="rect">
            <a:avLst/>
          </a:prstGeom>
          <a:noFill/>
        </p:spPr>
        <p:txBody>
          <a:bodyPr wrap="square">
            <a:spAutoFit/>
          </a:bodyPr>
          <a:lstStyle/>
          <a:p>
            <a:r>
              <a:rPr lang="ru-RU" sz="2400" dirty="0">
                <a:solidFill>
                  <a:schemeClr val="bg1"/>
                </a:solidFill>
                <a:latin typeface="Arial Black" panose="020B0A04020102020204" pitchFamily="34" charset="0"/>
              </a:rPr>
              <a:t>Финальным этапом разработки стала оптимизация проекта. Код был тщательно проанализирован, чтобы выявить возможные избыточные или неэффективные решения. Это помогло улучшить производительность и сделать приложение более отзывчивым.</a:t>
            </a:r>
          </a:p>
          <a:p>
            <a:endParaRPr lang="ru-RU" sz="2400" dirty="0">
              <a:solidFill>
                <a:schemeClr val="bg1"/>
              </a:solidFill>
              <a:latin typeface="Arial Black" panose="020B0A04020102020204" pitchFamily="34" charset="0"/>
            </a:endParaRPr>
          </a:p>
          <a:p>
            <a:endParaRPr lang="ru-RU" sz="2400" dirty="0">
              <a:solidFill>
                <a:schemeClr val="bg1"/>
              </a:solidFill>
              <a:latin typeface="Arial Black" panose="020B0A04020102020204" pitchFamily="34" charset="0"/>
            </a:endParaRPr>
          </a:p>
          <a:p>
            <a:endParaRPr lang="ru-RU" sz="2400" dirty="0">
              <a:solidFill>
                <a:schemeClr val="bg1"/>
              </a:solidFill>
              <a:latin typeface="Arial Black" panose="020B0A04020102020204" pitchFamily="34" charset="0"/>
            </a:endParaRPr>
          </a:p>
          <a:p>
            <a:r>
              <a:rPr lang="ru-RU" sz="2400" dirty="0">
                <a:solidFill>
                  <a:schemeClr val="bg1"/>
                </a:solidFill>
                <a:latin typeface="Arial Black" panose="020B0A04020102020204" pitchFamily="34" charset="0"/>
              </a:rPr>
              <a:t> В дополнение были реализованы стилистические улучшения, такие как анимации для кнопок и эффект тряски для списка вопросов, что добавило проекту визуальной привлекательности. </a:t>
            </a:r>
          </a:p>
          <a:p>
            <a:endParaRPr lang="ru-RU" sz="2400" dirty="0">
              <a:solidFill>
                <a:schemeClr val="bg1"/>
              </a:solidFill>
              <a:latin typeface="Arial Black" panose="020B0A04020102020204" pitchFamily="34" charset="0"/>
            </a:endParaRPr>
          </a:p>
          <a:p>
            <a:endParaRPr lang="ru-RU" sz="2400" dirty="0">
              <a:solidFill>
                <a:schemeClr val="bg1"/>
              </a:solidFill>
              <a:latin typeface="Arial Black" panose="020B0A04020102020204" pitchFamily="34" charset="0"/>
            </a:endParaRPr>
          </a:p>
          <a:p>
            <a:endParaRPr lang="ru-RU" sz="2400" dirty="0">
              <a:solidFill>
                <a:schemeClr val="bg1"/>
              </a:solidFill>
              <a:latin typeface="Arial Black" panose="020B0A04020102020204" pitchFamily="34" charset="0"/>
            </a:endParaRPr>
          </a:p>
          <a:p>
            <a:r>
              <a:rPr lang="ru-RU" sz="2400" dirty="0">
                <a:solidFill>
                  <a:schemeClr val="bg1"/>
                </a:solidFill>
                <a:latin typeface="Arial Black" panose="020B0A04020102020204" pitchFamily="34" charset="0"/>
              </a:rPr>
              <a:t>Итогом проделанной работы стало создание готового приложения, которое успешно выполняет все заявленные функции.</a:t>
            </a:r>
          </a:p>
        </p:txBody>
      </p:sp>
      <p:pic>
        <p:nvPicPr>
          <p:cNvPr id="4" name="Рисунок 3">
            <a:extLst>
              <a:ext uri="{FF2B5EF4-FFF2-40B4-BE49-F238E27FC236}">
                <a16:creationId xmlns:a16="http://schemas.microsoft.com/office/drawing/2014/main" id="{B48A8918-D330-6FBD-6BC1-F91D07B3991A}"/>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4755" b="97418" l="3533" r="99321">
                        <a14:foregroundMark x1="23505" y1="19022" x2="34103" y2="21875"/>
                        <a14:foregroundMark x1="34103" y1="21875" x2="28397" y2="47690"/>
                        <a14:foregroundMark x1="28397" y1="47690" x2="55707" y2="65217"/>
                        <a14:foregroundMark x1="55707" y1="65217" x2="60734" y2="78125"/>
                        <a14:foregroundMark x1="38451" y1="38723" x2="31250" y2="31386"/>
                        <a14:foregroundMark x1="31250" y1="31386" x2="16576" y2="27582"/>
                        <a14:foregroundMark x1="16576" y1="27582" x2="34918" y2="58696"/>
                        <a14:foregroundMark x1="34918" y1="58696" x2="68750" y2="63315"/>
                        <a14:foregroundMark x1="81522" y1="57473" x2="76495" y2="42391"/>
                        <a14:foregroundMark x1="76495" y1="42391" x2="54212" y2="24049"/>
                        <a14:foregroundMark x1="54212" y1="24049" x2="32337" y2="30435"/>
                        <a14:foregroundMark x1="32337" y1="30435" x2="14946" y2="57065"/>
                        <a14:foregroundMark x1="14946" y1="57065" x2="36005" y2="75408"/>
                        <a14:foregroundMark x1="36005" y1="75408" x2="64402" y2="78397"/>
                        <a14:foregroundMark x1="64402" y1="78397" x2="77717" y2="59647"/>
                        <a14:foregroundMark x1="77717" y1="59647" x2="79212" y2="44837"/>
                        <a14:foregroundMark x1="62364" y1="16984" x2="47826" y2="18478"/>
                        <a14:foregroundMark x1="47826" y1="18478" x2="17527" y2="46060"/>
                        <a14:foregroundMark x1="17527" y1="46060" x2="33832" y2="85734"/>
                        <a14:foregroundMark x1="33832" y1="85734" x2="67527" y2="89402"/>
                        <a14:foregroundMark x1="67527" y1="89402" x2="82337" y2="69022"/>
                        <a14:foregroundMark x1="82337" y1="69022" x2="86685" y2="54076"/>
                        <a14:foregroundMark x1="86685" y1="54076" x2="87092" y2="53668"/>
                        <a14:foregroundMark x1="87908" y1="44022" x2="70109" y2="22554"/>
                        <a14:foregroundMark x1="70109" y1="22554" x2="68342" y2="21332"/>
                        <a14:foregroundMark x1="57745" y1="12772" x2="36141" y2="19973"/>
                        <a14:foregroundMark x1="41304" y1="10326" x2="52582" y2="8424"/>
                        <a14:foregroundMark x1="52582" y1="8424" x2="62092" y2="10054"/>
                        <a14:foregroundMark x1="62092" y1="10054" x2="63179" y2="10598"/>
                        <a14:foregroundMark x1="67527" y1="11277" x2="79076" y2="23370"/>
                        <a14:foregroundMark x1="79076" y1="23370" x2="79076" y2="23370"/>
                        <a14:foregroundMark x1="83016" y1="20788" x2="75136" y2="13859"/>
                        <a14:foregroundMark x1="94973" y1="35734" x2="99321" y2="42391"/>
                        <a14:foregroundMark x1="7473" y1="53125" x2="6793" y2="45516"/>
                        <a14:foregroundMark x1="4076" y1="44429" x2="3533" y2="51902"/>
                        <a14:foregroundMark x1="3533" y1="51902" x2="3533" y2="51902"/>
                        <a14:foregroundMark x1="40489" y1="95516" x2="48913" y2="97554"/>
                        <a14:foregroundMark x1="48913" y1="97554" x2="54484" y2="96603"/>
                        <a14:foregroundMark x1="47011" y1="1495" x2="55707" y2="4755"/>
                        <a14:foregroundMark x1="55707" y1="4755" x2="58832" y2="8560"/>
                        <a14:foregroundMark x1="71467" y1="38451" x2="21875" y2="60326"/>
                        <a14:foregroundMark x1="21875" y1="60326" x2="55027" y2="46603"/>
                        <a14:foregroundMark x1="55027" y1="46603" x2="65082" y2="37772"/>
                        <a14:foregroundMark x1="65082" y1="37772" x2="67391" y2="37228"/>
                      </a14:backgroundRemoval>
                    </a14:imgEffect>
                  </a14:imgLayer>
                </a14:imgProps>
              </a:ext>
            </a:extLst>
          </a:blip>
          <a:stretch>
            <a:fillRect/>
          </a:stretch>
        </p:blipFill>
        <p:spPr>
          <a:xfrm>
            <a:off x="10414000" y="5408384"/>
            <a:ext cx="1155700" cy="1155700"/>
          </a:xfrm>
          <a:prstGeom prst="rect">
            <a:avLst/>
          </a:prstGeom>
        </p:spPr>
      </p:pic>
      <p:pic>
        <p:nvPicPr>
          <p:cNvPr id="5" name="Рисунок 4">
            <a:extLst>
              <a:ext uri="{FF2B5EF4-FFF2-40B4-BE49-F238E27FC236}">
                <a16:creationId xmlns:a16="http://schemas.microsoft.com/office/drawing/2014/main" id="{3B2B5EFF-BEFA-D471-66F5-30CAD7E2389A}"/>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4297" b="98242" l="977" r="96094">
                        <a14:foregroundMark x1="39258" y1="11719" x2="39258" y2="11719"/>
                        <a14:foregroundMark x1="24219" y1="4492" x2="24219" y2="4492"/>
                        <a14:foregroundMark x1="15820" y1="13867" x2="15820" y2="13867"/>
                        <a14:foregroundMark x1="10547" y1="24805" x2="11328" y2="24805"/>
                        <a14:foregroundMark x1="13477" y1="37500" x2="13477" y2="37500"/>
                        <a14:foregroundMark x1="4688" y1="24219" x2="4688" y2="24219"/>
                        <a14:foregroundMark x1="977" y1="25586" x2="977" y2="25586"/>
                        <a14:foregroundMark x1="23633" y1="61523" x2="23633" y2="61523"/>
                        <a14:foregroundMark x1="33008" y1="57617" x2="34570" y2="57813"/>
                        <a14:foregroundMark x1="43359" y1="69531" x2="43359" y2="69531"/>
                        <a14:foregroundMark x1="27539" y1="76758" x2="27539" y2="76758"/>
                        <a14:foregroundMark x1="84375" y1="33008" x2="84375" y2="33008"/>
                        <a14:foregroundMark x1="72070" y1="27148" x2="72070" y2="27148"/>
                        <a14:foregroundMark x1="72070" y1="15625" x2="72852" y2="14844"/>
                        <a14:foregroundMark x1="83594" y1="9180" x2="83789" y2="10156"/>
                        <a14:foregroundMark x1="93359" y1="22461" x2="93359" y2="22461"/>
                        <a14:foregroundMark x1="91016" y1="90820" x2="91016" y2="91992"/>
                        <a14:foregroundMark x1="96094" y1="92773" x2="96094" y2="93555"/>
                        <a14:foregroundMark x1="91797" y1="98242" x2="93164" y2="96875"/>
                      </a14:backgroundRemoval>
                    </a14:imgEffect>
                  </a14:imgLayer>
                </a14:imgProps>
              </a:ext>
            </a:extLst>
          </a:blip>
          <a:stretch>
            <a:fillRect/>
          </a:stretch>
        </p:blipFill>
        <p:spPr>
          <a:xfrm>
            <a:off x="8637814" y="3987800"/>
            <a:ext cx="1268186" cy="1268186"/>
          </a:xfrm>
          <a:prstGeom prst="rect">
            <a:avLst/>
          </a:prstGeom>
        </p:spPr>
      </p:pic>
      <p:pic>
        <p:nvPicPr>
          <p:cNvPr id="6" name="Рисунок 5">
            <a:extLst>
              <a:ext uri="{FF2B5EF4-FFF2-40B4-BE49-F238E27FC236}">
                <a16:creationId xmlns:a16="http://schemas.microsoft.com/office/drawing/2014/main" id="{4D2A065E-82A2-205E-8BAE-EBF085DBFF70}"/>
              </a:ext>
            </a:extLst>
          </p:cNvPr>
          <p:cNvPicPr>
            <a:picLocks noChangeAspect="1"/>
          </p:cNvPicPr>
          <p:nvPr/>
        </p:nvPicPr>
        <p:blipFill>
          <a:blip r:embed="rId6"/>
          <a:stretch>
            <a:fillRect/>
          </a:stretch>
        </p:blipFill>
        <p:spPr>
          <a:xfrm>
            <a:off x="6936014" y="1468278"/>
            <a:ext cx="1701800" cy="1701800"/>
          </a:xfrm>
          <a:prstGeom prst="rect">
            <a:avLst/>
          </a:prstGeom>
        </p:spPr>
      </p:pic>
    </p:spTree>
    <p:extLst>
      <p:ext uri="{BB962C8B-B14F-4D97-AF65-F5344CB8AC3E}">
        <p14:creationId xmlns:p14="http://schemas.microsoft.com/office/powerpoint/2010/main" val="76846465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accent1">
            <a:lumMod val="75000"/>
          </a:schemeClr>
        </a:solidFill>
        <a:effectLst/>
      </p:bgPr>
    </p:bg>
    <p:spTree>
      <p:nvGrpSpPr>
        <p:cNvPr id="1" name="">
          <a:extLst>
            <a:ext uri="{FF2B5EF4-FFF2-40B4-BE49-F238E27FC236}">
              <a16:creationId xmlns:a16="http://schemas.microsoft.com/office/drawing/2014/main" id="{D9F3DD8A-8D6E-10B4-BB91-430C11603F5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336C89A-7DEB-04D6-A7A8-A2BD8113DB30}"/>
              </a:ext>
            </a:extLst>
          </p:cNvPr>
          <p:cNvSpPr txBox="1"/>
          <p:nvPr/>
        </p:nvSpPr>
        <p:spPr>
          <a:xfrm>
            <a:off x="2971800" y="348734"/>
            <a:ext cx="8750300" cy="707886"/>
          </a:xfrm>
          <a:prstGeom prst="rect">
            <a:avLst/>
          </a:prstGeom>
          <a:noFill/>
        </p:spPr>
        <p:txBody>
          <a:bodyPr wrap="square">
            <a:spAutoFit/>
          </a:bodyPr>
          <a:lstStyle/>
          <a:p>
            <a:r>
              <a:rPr lang="ru-RU" sz="4000" dirty="0">
                <a:solidFill>
                  <a:schemeClr val="bg1"/>
                </a:solidFill>
                <a:latin typeface="Arial Black" panose="020B0A04020102020204" pitchFamily="34" charset="0"/>
              </a:rPr>
              <a:t>3.1 Функционал проекта</a:t>
            </a:r>
          </a:p>
        </p:txBody>
      </p:sp>
      <p:sp>
        <p:nvSpPr>
          <p:cNvPr id="5" name="TextBox 4">
            <a:extLst>
              <a:ext uri="{FF2B5EF4-FFF2-40B4-BE49-F238E27FC236}">
                <a16:creationId xmlns:a16="http://schemas.microsoft.com/office/drawing/2014/main" id="{39FC53F8-7E34-8443-7654-D3FB0681643A}"/>
              </a:ext>
            </a:extLst>
          </p:cNvPr>
          <p:cNvSpPr txBox="1"/>
          <p:nvPr/>
        </p:nvSpPr>
        <p:spPr>
          <a:xfrm>
            <a:off x="196850" y="1402140"/>
            <a:ext cx="11798300" cy="4524315"/>
          </a:xfrm>
          <a:prstGeom prst="rect">
            <a:avLst/>
          </a:prstGeom>
          <a:noFill/>
        </p:spPr>
        <p:txBody>
          <a:bodyPr wrap="square">
            <a:spAutoFit/>
          </a:bodyPr>
          <a:lstStyle/>
          <a:p>
            <a:r>
              <a:rPr lang="ru-RU" sz="2400" dirty="0">
                <a:solidFill>
                  <a:schemeClr val="bg1"/>
                </a:solidFill>
                <a:latin typeface="Arial Black" panose="020B0A04020102020204" pitchFamily="34" charset="0"/>
              </a:rPr>
              <a:t>Функционал проекта «Интерактивная викторина» разработан так, чтобы охватить весь цикл взаимодействия пользователя с приложением: от начала игры до получения итогового результата. </a:t>
            </a:r>
          </a:p>
          <a:p>
            <a:endParaRPr lang="ru-RU" sz="2400" dirty="0">
              <a:solidFill>
                <a:schemeClr val="bg1"/>
              </a:solidFill>
              <a:latin typeface="Arial Black" panose="020B0A04020102020204" pitchFamily="34" charset="0"/>
            </a:endParaRPr>
          </a:p>
          <a:p>
            <a:r>
              <a:rPr lang="ru-RU" sz="2400" dirty="0">
                <a:solidFill>
                  <a:schemeClr val="bg1"/>
                </a:solidFill>
                <a:latin typeface="Arial Black" panose="020B0A04020102020204" pitchFamily="34" charset="0"/>
              </a:rPr>
              <a:t>Основной целью было создать простой в использовании, но при этом увлекательный инструмент для тестирования знаний и обучения.</a:t>
            </a:r>
          </a:p>
          <a:p>
            <a:endParaRPr lang="ru-RU" sz="2400" dirty="0">
              <a:solidFill>
                <a:schemeClr val="bg1"/>
              </a:solidFill>
              <a:latin typeface="Arial Black" panose="020B0A04020102020204" pitchFamily="34" charset="0"/>
            </a:endParaRPr>
          </a:p>
          <a:p>
            <a:r>
              <a:rPr lang="ru-RU" sz="2400" dirty="0">
                <a:solidFill>
                  <a:schemeClr val="bg1"/>
                </a:solidFill>
                <a:latin typeface="Arial Black" panose="020B0A04020102020204" pitchFamily="34" charset="0"/>
              </a:rPr>
              <a:t>Каждый элемент функционала интегрирован таким образом, чтобы приложение работало интуитивно и плавно, обеспечивая пользователю максимальный комфорт. </a:t>
            </a:r>
          </a:p>
        </p:txBody>
      </p:sp>
    </p:spTree>
    <p:extLst>
      <p:ext uri="{BB962C8B-B14F-4D97-AF65-F5344CB8AC3E}">
        <p14:creationId xmlns:p14="http://schemas.microsoft.com/office/powerpoint/2010/main" val="85662028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accent1">
            <a:lumMod val="75000"/>
          </a:schemeClr>
        </a:solidFill>
        <a:effectLst/>
      </p:bgPr>
    </p:bg>
    <p:spTree>
      <p:nvGrpSpPr>
        <p:cNvPr id="1" name="">
          <a:extLst>
            <a:ext uri="{FF2B5EF4-FFF2-40B4-BE49-F238E27FC236}">
              <a16:creationId xmlns:a16="http://schemas.microsoft.com/office/drawing/2014/main" id="{140A5F39-AB30-E443-5B81-A92BF573D932}"/>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4A8C1372-2BDE-B902-4E93-AB2FC14D101F}"/>
              </a:ext>
            </a:extLst>
          </p:cNvPr>
          <p:cNvSpPr txBox="1"/>
          <p:nvPr/>
        </p:nvSpPr>
        <p:spPr>
          <a:xfrm>
            <a:off x="317500" y="396270"/>
            <a:ext cx="11557000" cy="1569660"/>
          </a:xfrm>
          <a:prstGeom prst="rect">
            <a:avLst/>
          </a:prstGeom>
          <a:noFill/>
        </p:spPr>
        <p:txBody>
          <a:bodyPr wrap="square">
            <a:spAutoFit/>
          </a:bodyPr>
          <a:lstStyle/>
          <a:p>
            <a:r>
              <a:rPr kumimoji="0" lang="ru-RU" sz="2400" b="0" i="0" u="none" strike="noStrike" kern="1200" cap="none" spc="0" normalizeH="0" baseline="0" noProof="0" dirty="0">
                <a:ln>
                  <a:noFill/>
                </a:ln>
                <a:solidFill>
                  <a:prstClr val="white"/>
                </a:solidFill>
                <a:effectLst/>
                <a:uLnTx/>
                <a:uFillTx/>
                <a:latin typeface="Arial Black" panose="020B0A04020102020204" pitchFamily="34" charset="0"/>
                <a:ea typeface="+mn-ea"/>
                <a:cs typeface="+mn-cs"/>
              </a:rPr>
              <a:t>Игра начинается с приветственного экрана, где пользователю предлагается начать новую викторину. Этот экран играет важную роль, так как задаёт общий тон приложения и вводит пользователя в контекст игры.  </a:t>
            </a:r>
            <a:endParaRPr lang="ru-RU" dirty="0"/>
          </a:p>
        </p:txBody>
      </p:sp>
      <p:sp>
        <p:nvSpPr>
          <p:cNvPr id="9" name="TextBox 8">
            <a:extLst>
              <a:ext uri="{FF2B5EF4-FFF2-40B4-BE49-F238E27FC236}">
                <a16:creationId xmlns:a16="http://schemas.microsoft.com/office/drawing/2014/main" id="{21F3A36D-AA96-26B8-AED1-7E1C1F364958}"/>
              </a:ext>
            </a:extLst>
          </p:cNvPr>
          <p:cNvSpPr txBox="1"/>
          <p:nvPr/>
        </p:nvSpPr>
        <p:spPr>
          <a:xfrm>
            <a:off x="114300" y="2063740"/>
            <a:ext cx="11760200" cy="4524315"/>
          </a:xfrm>
          <a:prstGeom prst="rect">
            <a:avLst/>
          </a:prstGeom>
          <a:noFill/>
        </p:spPr>
        <p:txBody>
          <a:bodyPr wrap="square">
            <a:spAutoFit/>
          </a:bodyPr>
          <a:lstStyle/>
          <a:p>
            <a:r>
              <a:rPr lang="ru-RU" sz="2400" dirty="0">
                <a:solidFill>
                  <a:schemeClr val="bg1"/>
                </a:solidFill>
                <a:latin typeface="Arial Black" panose="020B0A04020102020204" pitchFamily="34" charset="0"/>
              </a:rPr>
              <a:t>После выбора уровня сложности пользователь переходит к экрану викторины, где отображается сам процесс игры. Основной элемент этого экрана - область с вопросами и вариантами ответов. Вопросы загружаются с удалённого сервера через АРІ, что обеспечивает их актуальность и уникальность. Для каждого нового захода в игру вопросы перемешиваются, что исключает возможность запоминания порядка ответов и делает игру более интересной при повторном прохождении. </a:t>
            </a:r>
          </a:p>
          <a:p>
            <a:endParaRPr lang="ru-RU" sz="2400" dirty="0">
              <a:solidFill>
                <a:schemeClr val="bg1"/>
              </a:solidFill>
              <a:latin typeface="Arial Black" panose="020B0A04020102020204" pitchFamily="34" charset="0"/>
            </a:endParaRPr>
          </a:p>
          <a:p>
            <a:r>
              <a:rPr lang="ru-RU" sz="2400" dirty="0">
                <a:solidFill>
                  <a:schemeClr val="bg1"/>
                </a:solidFill>
                <a:latin typeface="Arial Black" panose="020B0A04020102020204" pitchFamily="34" charset="0"/>
              </a:rPr>
              <a:t>Особое внимание уделено системе таймера. Каждый вопрос имеет ограниченное время на ответ, которое отображается на прогресс-баре.</a:t>
            </a:r>
          </a:p>
        </p:txBody>
      </p:sp>
    </p:spTree>
    <p:extLst>
      <p:ext uri="{BB962C8B-B14F-4D97-AF65-F5344CB8AC3E}">
        <p14:creationId xmlns:p14="http://schemas.microsoft.com/office/powerpoint/2010/main" val="214749574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accent1">
            <a:lumMod val="75000"/>
          </a:schemeClr>
        </a:solidFill>
        <a:effectLst/>
      </p:bgPr>
    </p:bg>
    <p:spTree>
      <p:nvGrpSpPr>
        <p:cNvPr id="1" name="">
          <a:extLst>
            <a:ext uri="{FF2B5EF4-FFF2-40B4-BE49-F238E27FC236}">
              <a16:creationId xmlns:a16="http://schemas.microsoft.com/office/drawing/2014/main" id="{CCBD86EA-5AE9-D07E-CBAC-9CB66F1AC69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8674244E-23CE-ACF9-0705-5CB08EB4B9EC}"/>
              </a:ext>
            </a:extLst>
          </p:cNvPr>
          <p:cNvSpPr txBox="1"/>
          <p:nvPr/>
        </p:nvSpPr>
        <p:spPr>
          <a:xfrm>
            <a:off x="304800" y="374640"/>
            <a:ext cx="11163300" cy="5632311"/>
          </a:xfrm>
          <a:prstGeom prst="rect">
            <a:avLst/>
          </a:prstGeom>
          <a:noFill/>
        </p:spPr>
        <p:txBody>
          <a:bodyPr wrap="square">
            <a:spAutoFit/>
          </a:bodyPr>
          <a:lstStyle/>
          <a:p>
            <a:r>
              <a:rPr lang="ru-RU" sz="2000" dirty="0">
                <a:solidFill>
                  <a:schemeClr val="bg1"/>
                </a:solidFill>
                <a:latin typeface="Arial Black" panose="020B0A04020102020204" pitchFamily="34" charset="0"/>
              </a:rPr>
              <a:t>Прогресс игрока отслеживается в реальном времени с помощью прогресс-бара, который визуально отображает количество отвеченных вопросов. Это помогает пользователю видеть, сколько вопросов осталось до конца игры, и добавляет мотивации завершить викторину. Каждый правильно отвеченный вопрос увеличивает заполненность бара, создавая эффект движения вперёд. </a:t>
            </a:r>
          </a:p>
          <a:p>
            <a:endParaRPr lang="ru-RU" sz="2000" dirty="0">
              <a:solidFill>
                <a:schemeClr val="bg1"/>
              </a:solidFill>
              <a:latin typeface="Arial Black" panose="020B0A04020102020204" pitchFamily="34" charset="0"/>
            </a:endParaRPr>
          </a:p>
          <a:p>
            <a:endParaRPr lang="ru-RU" sz="2000" dirty="0">
              <a:solidFill>
                <a:schemeClr val="bg1"/>
              </a:solidFill>
              <a:latin typeface="Arial Black" panose="020B0A04020102020204" pitchFamily="34" charset="0"/>
            </a:endParaRPr>
          </a:p>
          <a:p>
            <a:r>
              <a:rPr lang="ru-RU" sz="2000" dirty="0">
                <a:solidFill>
                  <a:schemeClr val="bg1"/>
                </a:solidFill>
                <a:latin typeface="Arial Black" panose="020B0A04020102020204" pitchFamily="34" charset="0"/>
              </a:rPr>
              <a:t>После того как пользователь проходит все вопросы, отображается экран с результатами. На этом этапе пользователю показывается итоговый результат, включающий количество правильных и неправильных ответов, а также общий процент успеха.</a:t>
            </a:r>
          </a:p>
          <a:p>
            <a:endParaRPr lang="ru-RU" sz="2000" dirty="0">
              <a:solidFill>
                <a:schemeClr val="bg1"/>
              </a:solidFill>
              <a:latin typeface="Arial Black" panose="020B0A04020102020204" pitchFamily="34" charset="0"/>
            </a:endParaRPr>
          </a:p>
          <a:p>
            <a:endParaRPr lang="ru-RU" sz="2000" dirty="0">
              <a:solidFill>
                <a:schemeClr val="bg1"/>
              </a:solidFill>
              <a:latin typeface="Arial Black" panose="020B0A04020102020204" pitchFamily="34" charset="0"/>
            </a:endParaRPr>
          </a:p>
          <a:p>
            <a:r>
              <a:rPr lang="ru-RU" sz="2000" dirty="0">
                <a:solidFill>
                  <a:schemeClr val="bg1"/>
                </a:solidFill>
                <a:latin typeface="Arial Black" panose="020B0A04020102020204" pitchFamily="34" charset="0"/>
              </a:rPr>
              <a:t> Это позволяет оценить свои знания и увидеть, в каких областях есть пробелы. Экран с результатами также содержит кнопку для начала новой игры, что упрощает повторное прохождение и стимулирует пользователя к дальнейшему обучению.</a:t>
            </a:r>
          </a:p>
        </p:txBody>
      </p:sp>
    </p:spTree>
    <p:extLst>
      <p:ext uri="{BB962C8B-B14F-4D97-AF65-F5344CB8AC3E}">
        <p14:creationId xmlns:p14="http://schemas.microsoft.com/office/powerpoint/2010/main" val="171658360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accent1">
            <a:lumMod val="75000"/>
          </a:schemeClr>
        </a:solidFill>
        <a:effectLst/>
      </p:bgPr>
    </p:bg>
    <p:spTree>
      <p:nvGrpSpPr>
        <p:cNvPr id="1" name="">
          <a:extLst>
            <a:ext uri="{FF2B5EF4-FFF2-40B4-BE49-F238E27FC236}">
              <a16:creationId xmlns:a16="http://schemas.microsoft.com/office/drawing/2014/main" id="{C503D90B-D0B5-8553-2719-D903D100FD7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3E52D92-13BC-4E85-C0FF-B7C41D702C61}"/>
              </a:ext>
            </a:extLst>
          </p:cNvPr>
          <p:cNvSpPr txBox="1"/>
          <p:nvPr/>
        </p:nvSpPr>
        <p:spPr>
          <a:xfrm>
            <a:off x="406400" y="2283936"/>
            <a:ext cx="11785600" cy="2677656"/>
          </a:xfrm>
          <a:prstGeom prst="rect">
            <a:avLst/>
          </a:prstGeom>
          <a:noFill/>
        </p:spPr>
        <p:txBody>
          <a:bodyPr wrap="square">
            <a:spAutoFit/>
          </a:bodyPr>
          <a:lstStyle/>
          <a:p>
            <a:r>
              <a:rPr lang="ru-RU" sz="2800" dirty="0">
                <a:solidFill>
                  <a:schemeClr val="bg1"/>
                </a:solidFill>
                <a:latin typeface="Arial Black" panose="020B0A04020102020204" pitchFamily="34" charset="0"/>
              </a:rPr>
              <a:t>В целом функционал проекта демонстрирует сбалансированность между простотой использования и глубиной возможностей. Он ориентирован на вовлечение пользователей и обеспечивает качественное выполнение задач, поставленных перед игрой.</a:t>
            </a:r>
          </a:p>
        </p:txBody>
      </p:sp>
    </p:spTree>
    <p:extLst>
      <p:ext uri="{BB962C8B-B14F-4D97-AF65-F5344CB8AC3E}">
        <p14:creationId xmlns:p14="http://schemas.microsoft.com/office/powerpoint/2010/main" val="122212835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accent1">
            <a:lumMod val="75000"/>
          </a:schemeClr>
        </a:solidFill>
        <a:effectLst/>
      </p:bgPr>
    </p:bg>
    <p:spTree>
      <p:nvGrpSpPr>
        <p:cNvPr id="1" name="">
          <a:extLst>
            <a:ext uri="{FF2B5EF4-FFF2-40B4-BE49-F238E27FC236}">
              <a16:creationId xmlns:a16="http://schemas.microsoft.com/office/drawing/2014/main" id="{9B2C0A9F-009D-D8E5-210F-C2B49F4443E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FFD2311-3856-F594-081D-1B316D04F937}"/>
              </a:ext>
            </a:extLst>
          </p:cNvPr>
          <p:cNvSpPr txBox="1"/>
          <p:nvPr/>
        </p:nvSpPr>
        <p:spPr>
          <a:xfrm>
            <a:off x="1333500" y="551934"/>
            <a:ext cx="11010900" cy="769441"/>
          </a:xfrm>
          <a:prstGeom prst="rect">
            <a:avLst/>
          </a:prstGeom>
          <a:noFill/>
        </p:spPr>
        <p:txBody>
          <a:bodyPr wrap="square">
            <a:spAutoFit/>
          </a:bodyPr>
          <a:lstStyle/>
          <a:p>
            <a:r>
              <a:rPr lang="ru-RU" sz="4400" dirty="0">
                <a:solidFill>
                  <a:schemeClr val="bg1"/>
                </a:solidFill>
                <a:latin typeface="Arial Black" panose="020B0A04020102020204" pitchFamily="34" charset="0"/>
              </a:rPr>
              <a:t>3.2 Будущие улучшения проекта</a:t>
            </a:r>
          </a:p>
        </p:txBody>
      </p:sp>
      <p:sp>
        <p:nvSpPr>
          <p:cNvPr id="7" name="TextBox 6">
            <a:extLst>
              <a:ext uri="{FF2B5EF4-FFF2-40B4-BE49-F238E27FC236}">
                <a16:creationId xmlns:a16="http://schemas.microsoft.com/office/drawing/2014/main" id="{9B78770F-08CA-423B-6AE8-1D281B8F3564}"/>
              </a:ext>
            </a:extLst>
          </p:cNvPr>
          <p:cNvSpPr txBox="1"/>
          <p:nvPr/>
        </p:nvSpPr>
        <p:spPr>
          <a:xfrm>
            <a:off x="130513" y="1643258"/>
            <a:ext cx="11930974" cy="4524315"/>
          </a:xfrm>
          <a:prstGeom prst="rect">
            <a:avLst/>
          </a:prstGeom>
          <a:noFill/>
        </p:spPr>
        <p:txBody>
          <a:bodyPr wrap="square">
            <a:spAutoFit/>
          </a:bodyPr>
          <a:lstStyle/>
          <a:p>
            <a:r>
              <a:rPr lang="ru-RU" sz="2400" dirty="0">
                <a:solidFill>
                  <a:schemeClr val="bg1"/>
                </a:solidFill>
                <a:latin typeface="Arial Black" panose="020B0A04020102020204" pitchFamily="34" charset="0"/>
              </a:rPr>
              <a:t>Проект «Интерактивная викторина» разработан как динамичное и гибкое приложение, что позволяет учитывать широкий спектр будущих улучшений. Основной целью дальнейшей работы над проектом станет расширение его функциональности, повышение удобства использования и увеличение аудитории. Важным аспектом является развитие системы уровней сложности. Вместо фиксированных вариантов можно реализовать динамическую адаптацию сложности, когда игра будет подстраиваться под уровень знаний пользователя. Для повышения вовлечённости пользователей можно внедрить рейтинг игроков и систему достижений. Пользователи смогут соревноваться друг с другом, улучшая свои результаты и поднимаясь в рейтинговой таблице.</a:t>
            </a:r>
          </a:p>
        </p:txBody>
      </p:sp>
    </p:spTree>
    <p:extLst>
      <p:ext uri="{BB962C8B-B14F-4D97-AF65-F5344CB8AC3E}">
        <p14:creationId xmlns:p14="http://schemas.microsoft.com/office/powerpoint/2010/main" val="132506104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accent1">
            <a:lumMod val="75000"/>
          </a:schemeClr>
        </a:solidFill>
        <a:effectLst/>
      </p:bgPr>
    </p:bg>
    <p:spTree>
      <p:nvGrpSpPr>
        <p:cNvPr id="1" name="">
          <a:extLst>
            <a:ext uri="{FF2B5EF4-FFF2-40B4-BE49-F238E27FC236}">
              <a16:creationId xmlns:a16="http://schemas.microsoft.com/office/drawing/2014/main" id="{7FFF778B-43C3-6049-BAC6-E0BECE3DA83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B7FEFA6-D66B-0787-B987-1F98C2BAC1D0}"/>
              </a:ext>
            </a:extLst>
          </p:cNvPr>
          <p:cNvSpPr txBox="1"/>
          <p:nvPr/>
        </p:nvSpPr>
        <p:spPr>
          <a:xfrm>
            <a:off x="150778" y="1639989"/>
            <a:ext cx="12041222" cy="3108543"/>
          </a:xfrm>
          <a:prstGeom prst="rect">
            <a:avLst/>
          </a:prstGeom>
          <a:noFill/>
        </p:spPr>
        <p:txBody>
          <a:bodyPr wrap="square">
            <a:spAutoFit/>
          </a:bodyPr>
          <a:lstStyle/>
          <a:p>
            <a:r>
              <a:rPr lang="ru-RU" sz="2800" dirty="0">
                <a:solidFill>
                  <a:schemeClr val="bg1"/>
                </a:solidFill>
                <a:latin typeface="Arial Black" panose="020B0A04020102020204" pitchFamily="34" charset="0"/>
              </a:rPr>
              <a:t>Улучшение пользовательского интерфейса также остаётся важным направлением. Дополнительно можно внедрить систему обратной связи. Пользователи смогут оставлять свои отзывы и предлагать новые идеи для игры. Это создаст более тесную связь между разработчиками и аудиторией, а также поможет выявить слабые места и точки роста проекта.</a:t>
            </a:r>
          </a:p>
        </p:txBody>
      </p:sp>
    </p:spTree>
    <p:extLst>
      <p:ext uri="{BB962C8B-B14F-4D97-AF65-F5344CB8AC3E}">
        <p14:creationId xmlns:p14="http://schemas.microsoft.com/office/powerpoint/2010/main" val="166048792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accent1">
            <a:lumMod val="75000"/>
          </a:schemeClr>
        </a:solidFill>
        <a:effectLst/>
      </p:bgPr>
    </p:bg>
    <p:spTree>
      <p:nvGrpSpPr>
        <p:cNvPr id="1" name="">
          <a:extLst>
            <a:ext uri="{FF2B5EF4-FFF2-40B4-BE49-F238E27FC236}">
              <a16:creationId xmlns:a16="http://schemas.microsoft.com/office/drawing/2014/main" id="{77F080C9-7611-083F-6B92-B66F4570568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86E81434-BA9C-7E98-A399-7EAF98E3EFC1}"/>
              </a:ext>
            </a:extLst>
          </p:cNvPr>
          <p:cNvSpPr txBox="1"/>
          <p:nvPr/>
        </p:nvSpPr>
        <p:spPr>
          <a:xfrm>
            <a:off x="525292" y="215126"/>
            <a:ext cx="11225719" cy="3416320"/>
          </a:xfrm>
          <a:prstGeom prst="rect">
            <a:avLst/>
          </a:prstGeom>
          <a:noFill/>
        </p:spPr>
        <p:txBody>
          <a:bodyPr wrap="square">
            <a:spAutoFit/>
          </a:bodyPr>
          <a:lstStyle/>
          <a:p>
            <a:r>
              <a:rPr lang="ru-RU" sz="2400" b="1" dirty="0">
                <a:solidFill>
                  <a:schemeClr val="bg1"/>
                </a:solidFill>
                <a:latin typeface="Arial Black" panose="020B0A04020102020204" pitchFamily="34" charset="0"/>
              </a:rPr>
              <a:t>В заключение стоит отметить, что проект «Интерактивная викторина» обладает значительным потенциалом для развития. Реализация описанных улучшений сделает его более функциональным, удобным и популярным среди различных категорий пользователей. Учитывая текущую гибкость архитектуры, внедрение новых возможностей будет происходить с минимальными усилиями, что позволит сохранить высокое качество продукта даже при масштабировании.</a:t>
            </a:r>
            <a:endParaRPr lang="ru-RU" sz="3200" b="1" dirty="0">
              <a:solidFill>
                <a:schemeClr val="bg1"/>
              </a:solidFill>
              <a:latin typeface="Arial Black" panose="020B0A04020102020204" pitchFamily="34" charset="0"/>
            </a:endParaRPr>
          </a:p>
        </p:txBody>
      </p:sp>
      <p:sp>
        <p:nvSpPr>
          <p:cNvPr id="5" name="TextBox 4">
            <a:extLst>
              <a:ext uri="{FF2B5EF4-FFF2-40B4-BE49-F238E27FC236}">
                <a16:creationId xmlns:a16="http://schemas.microsoft.com/office/drawing/2014/main" id="{6D6DCD32-F887-10AB-774B-07215BBE87D7}"/>
              </a:ext>
            </a:extLst>
          </p:cNvPr>
          <p:cNvSpPr txBox="1"/>
          <p:nvPr/>
        </p:nvSpPr>
        <p:spPr>
          <a:xfrm>
            <a:off x="525292" y="3631446"/>
            <a:ext cx="10914435" cy="3046988"/>
          </a:xfrm>
          <a:prstGeom prst="rect">
            <a:avLst/>
          </a:prstGeom>
          <a:noFill/>
        </p:spPr>
        <p:txBody>
          <a:bodyPr wrap="square">
            <a:spAutoFit/>
          </a:bodyPr>
          <a:lstStyle/>
          <a:p>
            <a:r>
              <a:rPr lang="ru-RU" sz="2400" b="1" dirty="0">
                <a:solidFill>
                  <a:schemeClr val="bg1"/>
                </a:solidFill>
                <a:latin typeface="Arial Black" panose="020B0A04020102020204" pitchFamily="34" charset="0"/>
              </a:rPr>
              <a:t>Интерактивная викторина получилась не просто учебным проектом, а полноценным примером того, как можно объединить знания и творческий подход для создания полезного и интересного продукта. Этот опыт станет основой для будущих проектов, вдохновляя на разработку новых приложений, которые смогут решать задачи пользователей и приносить удовольствие от их использования.</a:t>
            </a:r>
          </a:p>
        </p:txBody>
      </p:sp>
    </p:spTree>
    <p:extLst>
      <p:ext uri="{BB962C8B-B14F-4D97-AF65-F5344CB8AC3E}">
        <p14:creationId xmlns:p14="http://schemas.microsoft.com/office/powerpoint/2010/main" val="212566755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163</TotalTime>
  <Words>1350</Words>
  <Application>Microsoft Office PowerPoint</Application>
  <PresentationFormat>Широкоэкранный</PresentationFormat>
  <Paragraphs>96</Paragraphs>
  <Slides>26</Slides>
  <Notes>2</Notes>
  <HiddenSlides>0</HiddenSlides>
  <MMClips>0</MMClips>
  <ScaleCrop>false</ScaleCrop>
  <HeadingPairs>
    <vt:vector size="6" baseType="variant">
      <vt:variant>
        <vt:lpstr>Использованные шрифты</vt:lpstr>
      </vt:variant>
      <vt:variant>
        <vt:i4>5</vt:i4>
      </vt:variant>
      <vt:variant>
        <vt:lpstr>Тема</vt:lpstr>
      </vt:variant>
      <vt:variant>
        <vt:i4>1</vt:i4>
      </vt:variant>
      <vt:variant>
        <vt:lpstr>Заголовки слайдов</vt:lpstr>
      </vt:variant>
      <vt:variant>
        <vt:i4>26</vt:i4>
      </vt:variant>
    </vt:vector>
  </HeadingPairs>
  <TitlesOfParts>
    <vt:vector size="32" baseType="lpstr">
      <vt:lpstr>Aharoni</vt:lpstr>
      <vt:lpstr>Arial</vt:lpstr>
      <vt:lpstr>Arial Black</vt:lpstr>
      <vt:lpstr>Calibri</vt:lpstr>
      <vt:lpstr>Calibri Light</vt:lpstr>
      <vt:lpstr>Тема Office</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sir tverdiy</dc:creator>
  <cp:lastModifiedBy>sir tverdiy</cp:lastModifiedBy>
  <cp:revision>2</cp:revision>
  <dcterms:created xsi:type="dcterms:W3CDTF">2024-12-25T18:44:35Z</dcterms:created>
  <dcterms:modified xsi:type="dcterms:W3CDTF">2024-12-25T21:27:40Z</dcterms:modified>
</cp:coreProperties>
</file>